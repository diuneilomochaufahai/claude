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17504f0-6abf-a7c7-3b80-cd1b3c3cbeb8}">
          <p14:sldIdLst>
            <p14:sldId id="256"/>
          </p14:sldIdLst>
        </p14:section>
        <p14:section name="Manufacturer information" id="{238ac7d1-129c-3d2e-8418-c58c35295492}">
          <p14:sldIdLst>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Lst>
        </p14:section>
        <p14:section name="Main uses" id="{0cab2fff-7b6f-a03d-22eb-f15160b2925d}">
          <p14:sldIdLst>
            <p14:sldId id="276"/>
            <p14:sldId id="277"/>
            <p14:sldId id="278"/>
          </p14:sldIdLst>
        </p14:section>
        <p14:section name="Significance" id="{8571f224-05b7-ca22-f41a-86157c7fa791}">
          <p14:sldIdLst>
            <p14:sldId id="279"/>
            <p14:sldId id="280"/>
            <p14:sldId id="281"/>
            <p14:sldId id="282"/>
          </p14:sldIdLst>
        </p14:section>
        <p14:section name="Backup" id="{1ab48577-3560-07b7-d96f-de2570d400ec}">
          <p14:sldIdLst>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Quick question to start: if a long trip was actually something you looked forward to, what kind of plane would you want to be on?
Today I want to show you the Lockheed Constellation. People called it "Connie". I'll go through three parts: who built it and what it could do, what it was used for, and why it still matters.
(Pause for two seconds,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Who built it, where, and what the plane could actually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plane was built by Lockheed, at their plant in Burbank, California, just outside Los Angeles.
"Constellation" is a whole family, not one plane. It starts with the L-049 in the 1940s and ends with the L-1649A Starliner in the late 1950s. When I show numbers today, I'll tell you which model they come from.
(Note for the presenter: Burbank is Lockheed's historic home plant; the source pages list it under general Lockheed history. Reference: 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four numbers to remember. About 13,600 horsepower from four engines. A cruising speed of roughly 480 to 500 kilometers an hour. A range of about 9,500 to 10,000 kilometers. And a wingspan of 123 feet.
Don't worry about memorizing them. Each one comes back in the next few slides.
(Power, speed and range: L-1649A Super Star, Lufthansa data. Wingspan: HB-RSC Super Constellation, SCFA data. References: lh, scfa.)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big was it? The fuselage is about 116 feet long, that's around 35 meters. The wings reach 123 feet tip to tip, about 37 meters. And at takeoff it could weigh around 70 tonnes.
The easy way to picture it: the plane is longer than a basketball court, and the wings are wider than one.
(Presenter note: wingspan is the HB-RSC Super Constellation figure from SCFA. Length and takeoff weight are approximate Super Constellation / Starliner figures from general references, so double-check them before the talk if you want exact numbers. The three tail fins were there so the plane could fit in existing hangars.)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fun way to feel that size. In 1903, the Wright brothers' first flight covered 120 feet. The whole flight.
This plane's wingspan, tip to tip, is 123 feet. The two lines are drawn to the same scale, and they're only three feet apart.
So the entire distance of the first flight in history is shorter than the width of this one plane. That's how far aviation came in about fifty years.
(Say "full wingspan", tip to tip. Don't exaggerate the gap, it's only 2.5 percent. References: scfa, nps.)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did it fly so far? Four engines. Each circle is one engine, a Wright R-3350. On the later Lufthansa Super Star, each one gave about 3,400 horsepower. Four of them together, about 13,600.
Each engine has 18 cylinders in two rows. That's a lot of power for a propeller plane, and it pushed these planes about as far as propellers could go. The downside: that many cylinders means a lot of maintenance.
(Point to the four engines one by one, then the total. This figure is for the L-1649A, not every early Connie. References: lh, 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 to 500 kilometers an hour sounds a bit abstract. Try this instead. In the time it takes me to talk for one minute, the plane has moved about eight kilometers.
That's cruising speed with no wind. Top speed and cruising speed are different things, so I'm not using the fastest number as if the plane held it the whole way.
(Each block is one kilometer. Only stress "one minute, about eight kilometers". Reference: lh.)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talk about fuel, because this is where piston airliners hurt. The Starliner carried roughly 36,000 liters of fuel, about 9,600 US gallons, to fly its full range of around 10,000 kilometers.
Divide one by the other and you get about three and a half liters per kilometer. For a plane carrying around 60 to 90 people, that was good for its time. But it's a reminder of why airlines jumped at jets a few years later: jets could carry more people, faster, for less fuel per seat.
(Presenter note: the fuel capacity is an approximate Starliner figure from general references, not from the listed source pages. Verify before quoting it exactly. The "bathtub" line is just a picture: a bathtub holds roughly 200 liters.)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can't buy a new Constellation. The last one was built in 1958. So the only market today is used planes and restoration, and this slide shows what that costs.
In 2007, a Lufthansa-related group bought an old Super Star airframe in the United States. The dream was to get it flying again. In 2018 they stopped that plan. In 2019 the plane was shipped back to Germany. Reports quoting Lufthansa's CEO put the total cost at about 150 million euros, including donations and sponsorship. In 2025 Lufthansa finished it as a non-flying display.
So the price of keeping a legend alive was 150 million euros, and even then, it doesn't fly.
(The 150 million covers 2007 to 2019 only. It is not the plane's market value. References: cost, restore.)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best part of the story. The challenges this plane faced weren't only technical. They were about business, and about war.
It's 1939. Every airline is flying the same old planes, like the DC-3. Slow, and all the same. Everybody is waiting politely in the same line.
(Slow down here. This is the start of the climax. Let "1939" sit for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Howard Hughes, who controlled the airline TWA, makes his move. He goes to Lockheed quietly and gets them to design a new plane in secret. And he adds one key condition.
Lockheed could not sell the plane to any other big US airline until TWA had received 35 of them. That's the gate you see on the slide. Thirty-five blocks, one for each plane.
Think of it like a friend who works at the club telling you which table is about to open up, before anyone else knows. Hughes got the inside track, and locked it in with a contract.
(The 35 blocks show the agreement, not a claim that 35 planes were delivered before the war. The rule only applied to other US transcontinental airlines. Reference: 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Meanwhile, Pan Am's boss, Juan Trippe, is doing things the normal way. Slowly talking to Boeing, talking to Douglas, comparing offers.
He has no idea the race is already over. When Lockheed finally announces the Constellation, Trippe realizes he's been beaten. Even if he orders right now, he has to wait years, because TWA is already at the front of the line with 35 planes.
Picture him standing there with a glass of champagne, watching the other guy walk out the door with the prize.
(Point to TWA at the front, then sweep along the line. This is the laugh line, keep it light. The Trippe framing is storytelling; the documented fact is the 35-plane clause. Reference: 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then, the thing nobody planned for. December 1941. Pearl Harbor. The United States goes to war, and the military takes over the Constellation production line. Every plane becomes a military transport, the C-69.
Hughes's head start disappears in a second. He'd locked in the prize, and the government walked in and said: we'll take all of it. His exclusive contract was now just a piece of paper. After the war, every airline lined up again from the start.
So Hughes thought he'd played it like a Wall Street genius, and history slapped him awake. Lesson learned.
(Pause after "Pearl Harbor." Drop your voice for the last line. References: lm, 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big challenge was time itself. By the late 1950s a new era had arrived. The Super Star cruised at about 480 to 500 kilometers an hour. The Boeing 707 jet cruised at 880 to 900. Same scale on both bars. Almost double.
Lufthansa got its Super Stars in 1957. By 1960, only three years later, Lufthansa was already flying 707s. The best propeller airliner ever built had a very short window at the top.
(The thick bars show cruise ranges. Don't mix the lowest and highest numbers to make the gap look bigger. This compares speed, not flight time. Reference: lh.)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design. Flying far is one thing. Flying far and feeling fine is another. Two systems made that happen.
Top half, for passengers: a pressurized cabin. The air inside is kept at a higher pressure than the thin air outside, so you can fly high, above a lot of the bad weather, and still breathe normally.
Bottom half, for pilots: hydraulic boost. The pilot moves the controls, the hydraulics multiply that force, and the big control surfaces move. That's how two people could fly a 70-tonne plane with their hands.
The design was developed in secret for Hughes, and the prototype was tested by the Army Air Forces during the war. Pressurization doesn't mean zero turbulence, and the Constellation wasn't the first pressurized airliner, the Boeing 307 was. What Connie did was put it all together into one long-distance package.
(Top is passengers, bottom is pilots. The pressure graphic is a concept, not real numbers. References: lm, nas, sfo.)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flight was on January 9, 1943. Because of the war, the prototype didn't fly in airline colors. It flew as a military transport, the C-69, from Lockheed's field in Burbank.
So the plane that was designed in secret for an airline made its first flight wearing a uniform.
(Reference: lm, 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whole story on one line. 1939, Hughes starts the secret project. 1941, the US enters the war. 1942, the military takes over production. 1943, first flight as the C-69. And only in February 1946 does TWA finally start flying passengers across the Atlantic with it.
The middle part of this line is why the plane's launch was so much messier than anyone planned.
(Go left to right. The line is to scale by year. References: lm, twa, 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milestones, because Connie kept changing. The early L-049 went into airline service right after the war. In 1951 came the L-1049 Super Constellation, with a longer body for more passengers. And in 1957 the L-1649A Starliner got a brand new wing for very long flights. Lufthansa called it the Super Star.
That's why I keep saying which model a number comes from. They're not all the same plane.
(Three representative models, not the full family tree. Photo: Lockheed history page. References: nas, lh, 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were built? 856 in total, civil and military. Each block here is ten planes: eight full rows of a hundred, plus 56.
Only 44 of them, the orange ones, were the final Starliner model. About five percent. A very successful family, but the last generation got a very short run.
Who flew them? TWA was the launch customer and the airline most associated with Connie. Air France and Lufthansa flew them across the Atlantic. The US military flew hundreds as transports and radar planes.
(The last half-block is exactly 6 planes. 44 divided by 856 is about 5.1 percent. Operator list is from the photos and sources in this deck, not a ranked table; say "among the main operators" rather than "largest". References: hist, twa, lh.)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What was this plane actually used for? Three jobs, and one of them might surprise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number one: carrying passengers a very long way, in comfort. Take a Lufthansa Super Star from Hamburg to New York. That flight could take up to 17 hours.
Seventeen hours. So some airlines fitted a lounge and real beds, sleeper berths like the ones in this photo. You'd have dinner, chat for a while, then go to sleep, and wake up in another city. The long time in the air became part of the experience instead of something to suffer through.
(Pause before pointing out dine, talk, rest. Services varied by airline. The photo is an early Constellation cabin from Lockheed's history page, not the Lufthansa plane. References: lm, lh, cabin.)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Jobs two and three are the unusual ones.
In 1944, Orville Wright, one of the two brothers who made that 120-foot first flight, took his last ever flight. It was on a Constellation.
In 1953, President Eisenhower's plane, a Constellation called Columbine II, was the first aircraft to use the call sign "Air Force One".
And during the Cold War, the military fitted a big radar on top and called it the EC-121. It flew for hours as an early-warning station in the sky, watching for enemy aircraft.
(These are three different versions, not three jobs on one plane. "Air Force One" is a call sign, not a plane type. References: lm, af, 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three. Why does this plane matter, and what did it change for the whole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thing Connie changed was time. These two bars are TWA flights across the United States, in two different eras.
In 1930, it took 36 hours, and you slept overnight in Kansas City on the way. In 1953, a Super Constellation flew Los Angeles to New York nonstop in eight hours.
A day and a half became one working day. That changes how people think about distance. Suddenly the other coast is somewhere you can go for a meeting.
(Point to the long bar, then the short one. Both start at zero. Not all of that saving is the plane's speed; nonstop routes and better operations helped too. Reference: twa.)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Constellation also changed how airlines think about buying planes. Three lessons from the Hughes story.
First: being first matters. Lock in the supply, launch before your rivals, and you set the standard for everyone.
Second: a head start is fragile. One world event, Pearl Harbor, wiped out the whole plan.
Third: the top of the market is short. The best propeller airliner was overtaken by jets in just a few years. Airlines learned to watch the next technology, not just the current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back to my first question: what kind of plane would you choose?
Connie shows three things. Technology can change how long a journey takes. Good design can make the journey itself something to look forward to. And a plane's story can last a lot longer than its time on the market.
If we could go back to that era, I'd invite you to walk up the stairs and get on board. Thank you.
(Only say "thank you"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reference list. Short keys are used in the speaker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rtlCol="0"/>
          <a:lstStyle>
            <a:lvl1pPr algn="ctr" indent="0" marL="0">
              <a:buNone/>
              <a:defRPr lang="en-US" sz="4000" b="1" dirty="0">
                <a:solidFill>
                  <a:schemeClr val="tx1"/>
                </a:solidFill>
              </a:defRPr>
            </a:lvl1pPr>
          </a:lstStyle>
          <a:p>
            <a:pPr algn="ctr" indent="0" marL="0">
              <a:buNone/>
            </a:pPr>
            <a:endParaRPr lang="en-US" sz="4000" dirty="0"/>
          </a:p>
        </p:txBody>
      </p:sp>
      <p:sp>
        <p:nvSpPr>
          <p:cNvPr id="3" name="Text 0"/>
          <p:cNvSpPr/>
          <p:nvPr>
            <p:ph idx="101" type="body" hasCustomPrompt="1"/>
          </p:nvPr>
        </p:nvSpPr>
        <p:spPr>
          <a:xfrm>
            <a:off x="731520" y="1554480"/>
            <a:ext cx="10728655" cy="548640"/>
          </a:xfrm>
          <a:prstGeom prst="rect">
            <a:avLst/>
          </a:prstGeom>
          <a:noFill/>
          <a:ln/>
        </p:spPr>
        <p:txBody>
          <a:bodyPr wrap="square" rtlCol="0"/>
          <a:lstStyle>
            <a:lvl1pPr algn="ctr" indent="0" marL="0">
              <a:buNone/>
              <a:defRPr lang="en-US" sz="3000" dirty="0">
                <a:solidFill>
                  <a:schemeClr val="tx2"/>
                </a:solidFill>
              </a:defRPr>
            </a:lvl1pPr>
          </a:lstStyle>
          <a:p>
            <a:pPr algn="ctr" indent="0" marL="0">
              <a:buNone/>
            </a:pPr>
            <a:endParaRPr lang="en-US" sz="3000" dirty="0"/>
          </a:p>
        </p:txBody>
      </p:sp>
      <p:sp>
        <p:nvSpPr>
          <p:cNvPr id="4" name="Text 0"/>
          <p:cNvSpPr/>
          <p:nvPr>
            <p:ph idx="102" type="body" hasCustomPrompt="1"/>
          </p:nvPr>
        </p:nvSpPr>
        <p:spPr>
          <a:xfrm>
            <a:off x="731520" y="5486400"/>
            <a:ext cx="10728655" cy="777240"/>
          </a:xfrm>
          <a:prstGeom prst="rect">
            <a:avLst/>
          </a:prstGeom>
          <a:noFill/>
          <a:ln/>
        </p:spPr>
        <p:txBody>
          <a:bodyPr wrap="square" rtlCol="0"/>
          <a:lstStyle>
            <a:lvl1pPr algn="ctr" indent="0" marL="0">
              <a:buNone/>
              <a:defRPr lang="en-US" sz="3400" dirty="0">
                <a:solidFill>
                  <a:schemeClr val="tx1"/>
                </a:solidFill>
              </a:defRPr>
            </a:lvl1pPr>
          </a:lstStyle>
          <a:p>
            <a:pPr algn="ctr" indent="0" marL="0">
              <a:buNone/>
            </a:pPr>
            <a:endParaRPr lang="en-US" sz="34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ACKUP">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rtlCol="0"/>
          <a:lstStyle>
            <a:lvl1pPr algn="ctr" indent="0" marL="0">
              <a:buNone/>
              <a:defRPr lang="en-US" sz="4000" b="1" dirty="0">
                <a:solidFill>
                  <a:schemeClr val="tx1"/>
                </a:solidFill>
              </a:defRPr>
            </a:lvl1pPr>
          </a:lstStyle>
          <a:p>
            <a:pPr algn="ctr" indent="0" marL="0">
              <a:buNone/>
            </a:pPr>
            <a:endParaRPr lang="en-US" sz="4000" dirty="0"/>
          </a:p>
        </p:txBody>
      </p:sp>
      <p:sp>
        <p:nvSpPr>
          <p:cNvPr id="3" name="Text 0"/>
          <p:cNvSpPr/>
          <p:nvPr>
            <p:ph idx="101" type="body" hasCustomPrompt="1"/>
          </p:nvPr>
        </p:nvSpPr>
        <p:spPr>
          <a:xfrm>
            <a:off x="731520" y="1554480"/>
            <a:ext cx="10728655" cy="548640"/>
          </a:xfrm>
          <a:prstGeom prst="rect">
            <a:avLst/>
          </a:prstGeom>
          <a:noFill/>
          <a:ln/>
        </p:spPr>
        <p:txBody>
          <a:bodyPr wrap="square" rtlCol="0"/>
          <a:lstStyle>
            <a:lvl1pPr algn="ctr" indent="0" marL="0">
              <a:buNone/>
              <a:defRPr lang="en-US" sz="3000" dirty="0">
                <a:solidFill>
                  <a:schemeClr val="tx2"/>
                </a:solidFill>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NOSUB">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rtlCol="0"/>
          <a:lstStyle>
            <a:lvl1pPr algn="ctr" indent="0" marL="0">
              <a:buNone/>
              <a:defRPr lang="en-US" sz="4000" b="1" dirty="0">
                <a:solidFill>
                  <a:schemeClr val="tx1"/>
                </a:solidFill>
              </a:defRPr>
            </a:lvl1pPr>
          </a:lstStyle>
          <a:p>
            <a:pPr algn="ctr" indent="0" marL="0">
              <a:buNone/>
            </a:pPr>
            <a:endParaRPr lang="en-US" sz="4000" dirty="0"/>
          </a:p>
        </p:txBody>
      </p:sp>
      <p:sp>
        <p:nvSpPr>
          <p:cNvPr id="3" name="Text 0"/>
          <p:cNvSpPr/>
          <p:nvPr>
            <p:ph idx="101" type="body" hasCustomPrompt="1"/>
          </p:nvPr>
        </p:nvSpPr>
        <p:spPr>
          <a:xfrm>
            <a:off x="731520" y="5486400"/>
            <a:ext cx="10728655" cy="777240"/>
          </a:xfrm>
          <a:prstGeom prst="rect">
            <a:avLst/>
          </a:prstGeom>
          <a:noFill/>
          <a:ln/>
        </p:spPr>
        <p:txBody>
          <a:bodyPr wrap="square" rtlCol="0"/>
          <a:lstStyle>
            <a:lvl1pPr algn="ctr" indent="0" marL="0">
              <a:buNone/>
              <a:defRPr lang="en-US" sz="3400" dirty="0">
                <a:solidFill>
                  <a:schemeClr val="tx1"/>
                </a:solidFill>
              </a:defRPr>
            </a:lvl1pPr>
          </a:lstStyle>
          <a:p>
            <a:pPr algn="ctr" indent="0" marL="0">
              <a:buNone/>
            </a:pPr>
            <a:endParaRPr lang="en-US" sz="34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rtlCol="0"/>
          <a:lstStyle>
            <a:lvl1pPr algn="ctr" indent="0" marL="0">
              <a:buNone/>
              <a:defRPr lang="en-US" sz="4000" b="1" dirty="0">
                <a:solidFill>
                  <a:schemeClr val="tx1"/>
                </a:solidFill>
              </a:defRPr>
            </a:lvl1pPr>
          </a:lstStyle>
          <a:p>
            <a:pPr algn="ctr" indent="0" marL="0">
              <a:buNone/>
            </a:pPr>
            <a:endParaRPr lang="en-US" sz="40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LANK">
    <p:bg>
      <p:bgPr>
        <a:solidFill>
          <a:srgbClr val="00000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6.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6.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6.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6.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1"/>
          <p:cNvSpPr txBox="1"/>
          <p:nvPr/>
        </p:nvSpPr>
        <p:spPr>
          <a:xfrm>
            <a:off x="822960" y="868680"/>
            <a:ext cx="5486400" cy="274320"/>
          </a:xfrm>
          <a:prstGeom prst="rect">
            <a:avLst/>
          </a:prstGeom>
          <a:noFill/>
          <a:ln/>
        </p:spPr>
        <p:txBody>
          <a:bodyPr wrap="square" lIns="0" tIns="0" rIns="0" bIns="0" rtlCol="0" anchor="ctr"/>
          <a:lstStyle/>
          <a:p>
            <a:pPr algn="l" indent="0" marL="0">
              <a:buNone/>
            </a:pPr>
            <a:r>
              <a:rPr lang="en-US" sz="2000" b="1" spc="300" kern="0" dirty="0">
                <a:solidFill>
                  <a:schemeClr val="accent1"/>
                </a:solidFill>
              </a:rPr>
              <a:t>LOCKHEED CONSTELLATION</a:t>
            </a:r>
            <a:endParaRPr lang="en-US" sz="2000" dirty="0"/>
          </a:p>
        </p:txBody>
      </p:sp>
      <p:sp>
        <p:nvSpPr>
          <p:cNvPr id="3" name="Text 2"/>
          <p:cNvSpPr txBox="1"/>
          <p:nvPr/>
        </p:nvSpPr>
        <p:spPr>
          <a:xfrm>
            <a:off x="822960" y="1234440"/>
            <a:ext cx="9326880" cy="1554480"/>
          </a:xfrm>
          <a:prstGeom prst="rect">
            <a:avLst/>
          </a:prstGeom>
          <a:noFill/>
          <a:ln/>
        </p:spPr>
        <p:txBody>
          <a:bodyPr wrap="square" lIns="0" tIns="0" rIns="0" bIns="0" rtlCol="0" anchor="t"/>
          <a:lstStyle/>
          <a:p>
            <a:pPr indent="0" marL="0">
              <a:buNone/>
            </a:pPr>
            <a:r>
              <a:rPr lang="en-US" sz="5200" b="1" spc="-150" kern="0" dirty="0">
                <a:solidFill>
                  <a:schemeClr val="tx1"/>
                </a:solidFill>
              </a:rPr>
              <a:t>Making the long journey</a:t>
            </a:r>
            <a:endParaRPr lang="en-US" sz="5200" dirty="0"/>
          </a:p>
          <a:p>
            <a:pPr indent="0" marL="0">
              <a:buNone/>
            </a:pPr>
            <a:r>
              <a:rPr lang="en-US" sz="5200" b="1" spc="-150" kern="0" dirty="0">
                <a:solidFill>
                  <a:schemeClr val="tx1"/>
                </a:solidFill>
              </a:rPr>
              <a:t>something to look forward to</a:t>
            </a:r>
            <a:endParaRPr lang="en-US" sz="5200" dirty="0"/>
          </a:p>
        </p:txBody>
      </p:sp>
      <p:sp>
        <p:nvSpPr>
          <p:cNvPr id="4" name="Text 3"/>
          <p:cNvSpPr txBox="1"/>
          <p:nvPr/>
        </p:nvSpPr>
        <p:spPr>
          <a:xfrm>
            <a:off x="822960" y="2880360"/>
            <a:ext cx="7315200" cy="457200"/>
          </a:xfrm>
          <a:prstGeom prst="rect">
            <a:avLst/>
          </a:prstGeom>
          <a:noFill/>
          <a:ln/>
        </p:spPr>
        <p:txBody>
          <a:bodyPr wrap="square" lIns="0" tIns="0" rIns="0" bIns="0" rtlCol="0" anchor="t"/>
          <a:lstStyle/>
          <a:p>
            <a:pPr indent="0" marL="0">
              <a:buNone/>
            </a:pPr>
            <a:r>
              <a:rPr lang="en-US" sz="2900" dirty="0">
                <a:solidFill>
                  <a:schemeClr val="tx2"/>
                </a:solidFill>
              </a:rPr>
              <a:t>Manufacturer · Main uses · Significance</a:t>
            </a:r>
            <a:endParaRPr lang="en-US" sz="29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txBox="1"/>
          <p:nvPr/>
        </p:nvSpPr>
        <p:spPr>
          <a:xfrm>
            <a:off x="731520" y="2103120"/>
            <a:ext cx="10728655" cy="274320"/>
          </a:xfrm>
          <a:prstGeom prst="rect">
            <a:avLst/>
          </a:prstGeom>
          <a:noFill/>
          <a:ln/>
        </p:spPr>
        <p:txBody>
          <a:bodyPr wrap="square" lIns="0" tIns="0" rIns="0" bIns="0" rtlCol="0" anchor="ctr"/>
          <a:lstStyle/>
          <a:p>
            <a:pPr algn="ctr" indent="0" marL="0">
              <a:buNone/>
            </a:pPr>
            <a:r>
              <a:rPr lang="en-US" sz="2000" b="1" spc="300" kern="0" dirty="0">
                <a:solidFill>
                  <a:schemeClr val="accent1"/>
                </a:solidFill>
              </a:rPr>
              <a:t>PART 1</a:t>
            </a:r>
            <a:endParaRPr lang="en-US" sz="2000" dirty="0"/>
          </a:p>
        </p:txBody>
      </p:sp>
      <p:sp>
        <p:nvSpPr>
          <p:cNvPr id="3" name="Text 5"/>
          <p:cNvSpPr txBox="1"/>
          <p:nvPr/>
        </p:nvSpPr>
        <p:spPr>
          <a:xfrm>
            <a:off x="731520" y="2468880"/>
            <a:ext cx="10728655" cy="1188720"/>
          </a:xfrm>
          <a:prstGeom prst="rect">
            <a:avLst/>
          </a:prstGeom>
          <a:noFill/>
          <a:ln/>
        </p:spPr>
        <p:txBody>
          <a:bodyPr wrap="square" lIns="0" tIns="0" rIns="0" bIns="0" rtlCol="0" anchor="ctr"/>
          <a:lstStyle/>
          <a:p>
            <a:pPr algn="ctr" indent="0" marL="0">
              <a:buNone/>
            </a:pPr>
            <a:r>
              <a:rPr lang="en-US" sz="6700" b="1" spc="-200" kern="0" dirty="0">
                <a:solidFill>
                  <a:schemeClr val="tx1"/>
                </a:solidFill>
              </a:rPr>
              <a:t>Manufacturer information</a:t>
            </a:r>
            <a:endParaRPr lang="en-US" sz="6700" dirty="0"/>
          </a:p>
        </p:txBody>
      </p:sp>
      <p:sp>
        <p:nvSpPr>
          <p:cNvPr id="4" name="Text 6"/>
          <p:cNvSpPr txBox="1"/>
          <p:nvPr/>
        </p:nvSpPr>
        <p:spPr>
          <a:xfrm>
            <a:off x="731520" y="3749040"/>
            <a:ext cx="10728655" cy="548640"/>
          </a:xfrm>
          <a:prstGeom prst="rect">
            <a:avLst/>
          </a:prstGeom>
          <a:noFill/>
          <a:ln/>
        </p:spPr>
        <p:txBody>
          <a:bodyPr wrap="square" lIns="0" tIns="0" rIns="0" bIns="0" rtlCol="0" anchor="ctr"/>
          <a:lstStyle/>
          <a:p>
            <a:pPr algn="ctr" indent="0" marL="0">
              <a:buNone/>
            </a:pPr>
            <a:r>
              <a:rPr lang="en-US" sz="3400" dirty="0">
                <a:solidFill>
                  <a:schemeClr val="tx2"/>
                </a:solidFill>
              </a:rPr>
              <a:t>Who built it, and what it could do</a:t>
            </a:r>
            <a:endParaRPr lang="en-US" sz="34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lIns="0" tIns="0" rIns="0" bIns="0" rtlCol="0" anchor="ctr"/>
          <a:lstStyle/>
          <a:p>
            <a:pPr algn="ctr" indent="0" marL="0">
              <a:buNone/>
            </a:pPr>
            <a:r>
              <a:rPr lang="en-US" sz="4000" b="1" spc="-100" kern="0" dirty="0">
                <a:solidFill>
                  <a:schemeClr val="tx1"/>
                </a:solidFill>
              </a:rPr>
              <a:t>Lockheed Aircraft Corporation</a:t>
            </a:r>
            <a:endParaRPr lang="en-US" sz="4000" dirty="0"/>
          </a:p>
        </p:txBody>
      </p:sp>
      <p:sp>
        <p:nvSpPr>
          <p:cNvPr id="3" name="Text 0"/>
          <p:cNvSpPr/>
          <p:nvPr>
            <p:ph idx="101" type="body" hasCustomPrompt="1"/>
          </p:nvPr>
        </p:nvSpPr>
        <p:spPr>
          <a:xfrm>
            <a:off x="731520" y="1554480"/>
            <a:ext cx="10728655" cy="548640"/>
          </a:xfrm>
          <a:prstGeom prst="rect">
            <a:avLst/>
          </a:prstGeom>
          <a:noFill/>
          <a:ln/>
        </p:spPr>
        <p:txBody>
          <a:bodyPr wrap="square" lIns="0" tIns="0" rIns="0" bIns="0" rtlCol="0" anchor="t"/>
          <a:lstStyle/>
          <a:p>
            <a:pPr algn="ctr" indent="0" marL="0">
              <a:buNone/>
            </a:pPr>
            <a:r>
              <a:rPr lang="en-US" sz="3000" dirty="0">
                <a:solidFill>
                  <a:schemeClr val="tx2"/>
                </a:solidFill>
              </a:rPr>
              <a:t>Burbank, California</a:t>
            </a:r>
            <a:endParaRPr lang="en-US" sz="3000" dirty="0"/>
          </a:p>
        </p:txBody>
      </p:sp>
      <p:sp>
        <p:nvSpPr>
          <p:cNvPr id="4" name="Text 0"/>
          <p:cNvSpPr/>
          <p:nvPr>
            <p:ph idx="102" type="body" hasCustomPrompt="1"/>
          </p:nvPr>
        </p:nvSpPr>
        <p:spPr>
          <a:xfrm>
            <a:off x="731520" y="5486400"/>
            <a:ext cx="10728655" cy="777240"/>
          </a:xfrm>
          <a:prstGeom prst="rect">
            <a:avLst/>
          </a:prstGeom>
          <a:noFill/>
          <a:ln/>
        </p:spPr>
        <p:txBody>
          <a:bodyPr wrap="square" lIns="0" tIns="0" rIns="0" bIns="0" rtlCol="0" anchor="ctr"/>
          <a:lstStyle/>
          <a:p>
            <a:pPr algn="ctr" indent="0" marL="0">
              <a:buNone/>
            </a:pPr>
            <a:r>
              <a:rPr lang="en-US" sz="3400" dirty="0">
                <a:solidFill>
                  <a:schemeClr val="tx1"/>
                </a:solidFill>
              </a:rPr>
              <a:t>One company, one factory, one famous shape</a:t>
            </a:r>
            <a:endParaRPr lang="en-US" sz="3400" dirty="0"/>
          </a:p>
        </p:txBody>
      </p:sp>
      <p:sp>
        <p:nvSpPr>
          <p:cNvPr id="5" name="Rounded 7"/>
          <p:cNvSpPr/>
          <p:nvPr/>
        </p:nvSpPr>
        <p:spPr>
          <a:xfrm>
            <a:off x="883768" y="2240280"/>
            <a:ext cx="3291840" cy="2926080"/>
          </a:xfrm>
          <a:prstGeom prst="roundRect">
            <a:avLst>
              <a:gd name="adj" fmla="val 6875"/>
            </a:avLst>
          </a:prstGeom>
          <a:solidFill>
            <a:schemeClr val="bg2"/>
          </a:solidFill>
          <a:ln/>
        </p:spPr>
      </p:sp>
      <p:sp>
        <p:nvSpPr>
          <p:cNvPr id="6" name="Text 8"/>
          <p:cNvSpPr txBox="1"/>
          <p:nvPr/>
        </p:nvSpPr>
        <p:spPr>
          <a:xfrm>
            <a:off x="975208" y="2971800"/>
            <a:ext cx="3108960" cy="914400"/>
          </a:xfrm>
          <a:prstGeom prst="rect">
            <a:avLst/>
          </a:prstGeom>
          <a:noFill/>
          <a:ln/>
        </p:spPr>
        <p:txBody>
          <a:bodyPr wrap="square" lIns="0" tIns="0" rIns="0" bIns="0" rtlCol="0" anchor="ctr"/>
          <a:lstStyle/>
          <a:p>
            <a:pPr algn="ctr" indent="0" marL="0">
              <a:buNone/>
            </a:pPr>
            <a:r>
              <a:rPr lang="en-US" sz="4900" b="1" spc="-200" kern="0" dirty="0">
                <a:solidFill>
                  <a:schemeClr val="tx1"/>
                </a:solidFill>
              </a:rPr>
              <a:t>Lockheed</a:t>
            </a:r>
            <a:endParaRPr lang="en-US" sz="4900" dirty="0"/>
          </a:p>
        </p:txBody>
      </p:sp>
      <p:sp>
        <p:nvSpPr>
          <p:cNvPr id="7" name="Text 9"/>
          <p:cNvSpPr txBox="1"/>
          <p:nvPr/>
        </p:nvSpPr>
        <p:spPr>
          <a:xfrm>
            <a:off x="975208" y="3931920"/>
            <a:ext cx="3108960" cy="822960"/>
          </a:xfrm>
          <a:prstGeom prst="rect">
            <a:avLst/>
          </a:prstGeom>
          <a:noFill/>
          <a:ln/>
        </p:spPr>
        <p:txBody>
          <a:bodyPr wrap="square" lIns="0" tIns="0" rIns="0" bIns="0" rtlCol="0" anchor="t"/>
          <a:lstStyle/>
          <a:p>
            <a:pPr algn="ctr" indent="0" marL="0">
              <a:lnSpc>
                <a:spcPct val="110000"/>
              </a:lnSpc>
              <a:buNone/>
            </a:pPr>
            <a:r>
              <a:rPr lang="en-US" sz="2900" dirty="0">
                <a:solidFill>
                  <a:schemeClr val="tx2"/>
                </a:solidFill>
              </a:rPr>
              <a:t>manufacturer</a:t>
            </a:r>
            <a:endParaRPr lang="en-US" sz="2900" dirty="0"/>
          </a:p>
        </p:txBody>
      </p:sp>
      <p:sp>
        <p:nvSpPr>
          <p:cNvPr id="8" name="Rounded 10"/>
          <p:cNvSpPr/>
          <p:nvPr/>
        </p:nvSpPr>
        <p:spPr>
          <a:xfrm>
            <a:off x="4449928" y="2240280"/>
            <a:ext cx="3291840" cy="2926080"/>
          </a:xfrm>
          <a:prstGeom prst="roundRect">
            <a:avLst>
              <a:gd name="adj" fmla="val 6875"/>
            </a:avLst>
          </a:prstGeom>
          <a:solidFill>
            <a:schemeClr val="bg2"/>
          </a:solidFill>
          <a:ln/>
        </p:spPr>
      </p:sp>
      <p:sp>
        <p:nvSpPr>
          <p:cNvPr id="9" name="Text 11"/>
          <p:cNvSpPr txBox="1"/>
          <p:nvPr/>
        </p:nvSpPr>
        <p:spPr>
          <a:xfrm>
            <a:off x="4541368" y="2971800"/>
            <a:ext cx="3108960" cy="914400"/>
          </a:xfrm>
          <a:prstGeom prst="rect">
            <a:avLst/>
          </a:prstGeom>
          <a:noFill/>
          <a:ln/>
        </p:spPr>
        <p:txBody>
          <a:bodyPr wrap="square" lIns="0" tIns="0" rIns="0" bIns="0" rtlCol="0" anchor="ctr"/>
          <a:lstStyle/>
          <a:p>
            <a:pPr algn="ctr" indent="0" marL="0">
              <a:buNone/>
            </a:pPr>
            <a:r>
              <a:rPr lang="en-US" sz="4900" b="1" spc="-200" kern="0" dirty="0">
                <a:solidFill>
                  <a:schemeClr val="tx1"/>
                </a:solidFill>
              </a:rPr>
              <a:t>Burbank</a:t>
            </a:r>
            <a:endParaRPr lang="en-US" sz="4900" dirty="0"/>
          </a:p>
        </p:txBody>
      </p:sp>
      <p:sp>
        <p:nvSpPr>
          <p:cNvPr id="10" name="Text 12"/>
          <p:cNvSpPr txBox="1"/>
          <p:nvPr/>
        </p:nvSpPr>
        <p:spPr>
          <a:xfrm>
            <a:off x="4541368" y="3931920"/>
            <a:ext cx="3108960" cy="822960"/>
          </a:xfrm>
          <a:prstGeom prst="rect">
            <a:avLst/>
          </a:prstGeom>
          <a:noFill/>
          <a:ln/>
        </p:spPr>
        <p:txBody>
          <a:bodyPr wrap="square" lIns="0" tIns="0" rIns="0" bIns="0" rtlCol="0" anchor="t"/>
          <a:lstStyle/>
          <a:p>
            <a:pPr algn="ctr" indent="0" marL="0">
              <a:lnSpc>
                <a:spcPct val="110000"/>
              </a:lnSpc>
              <a:buNone/>
            </a:pPr>
            <a:r>
              <a:rPr lang="en-US" sz="2900" dirty="0">
                <a:solidFill>
                  <a:schemeClr val="tx2"/>
                </a:solidFill>
              </a:rPr>
              <a:t>California, USA</a:t>
            </a:r>
            <a:endParaRPr lang="en-US" sz="2900" dirty="0"/>
          </a:p>
        </p:txBody>
      </p:sp>
      <p:sp>
        <p:nvSpPr>
          <p:cNvPr id="11" name="Rounded 13"/>
          <p:cNvSpPr/>
          <p:nvPr/>
        </p:nvSpPr>
        <p:spPr>
          <a:xfrm>
            <a:off x="8016088" y="2240280"/>
            <a:ext cx="3291840" cy="2926080"/>
          </a:xfrm>
          <a:prstGeom prst="roundRect">
            <a:avLst>
              <a:gd name="adj" fmla="val 6875"/>
            </a:avLst>
          </a:prstGeom>
          <a:solidFill>
            <a:schemeClr val="bg2"/>
          </a:solidFill>
          <a:ln/>
        </p:spPr>
      </p:sp>
      <p:sp>
        <p:nvSpPr>
          <p:cNvPr id="12" name="Text 14"/>
          <p:cNvSpPr txBox="1"/>
          <p:nvPr/>
        </p:nvSpPr>
        <p:spPr>
          <a:xfrm>
            <a:off x="8107528" y="2971800"/>
            <a:ext cx="3108960" cy="914400"/>
          </a:xfrm>
          <a:prstGeom prst="rect">
            <a:avLst/>
          </a:prstGeom>
          <a:noFill/>
          <a:ln/>
        </p:spPr>
        <p:txBody>
          <a:bodyPr wrap="square" lIns="0" tIns="0" rIns="0" bIns="0" rtlCol="0" anchor="ctr"/>
          <a:lstStyle/>
          <a:p>
            <a:pPr algn="ctr" indent="0" marL="0">
              <a:buNone/>
            </a:pPr>
            <a:r>
              <a:rPr lang="en-US" sz="4900" b="1" spc="-200" kern="0" dirty="0">
                <a:solidFill>
                  <a:schemeClr val="accent1"/>
                </a:solidFill>
              </a:rPr>
              <a:t>3 models</a:t>
            </a:r>
            <a:endParaRPr lang="en-US" sz="4900" dirty="0"/>
          </a:p>
        </p:txBody>
      </p:sp>
      <p:sp>
        <p:nvSpPr>
          <p:cNvPr id="13" name="Text 15"/>
          <p:cNvSpPr txBox="1"/>
          <p:nvPr/>
        </p:nvSpPr>
        <p:spPr>
          <a:xfrm>
            <a:off x="8107528" y="3931920"/>
            <a:ext cx="3108960" cy="822960"/>
          </a:xfrm>
          <a:prstGeom prst="rect">
            <a:avLst/>
          </a:prstGeom>
          <a:noFill/>
          <a:ln/>
        </p:spPr>
        <p:txBody>
          <a:bodyPr wrap="square" lIns="0" tIns="0" rIns="0" bIns="0" rtlCol="0" anchor="t"/>
          <a:lstStyle/>
          <a:p>
            <a:pPr algn="ctr" indent="0" marL="0">
              <a:lnSpc>
                <a:spcPct val="110000"/>
              </a:lnSpc>
              <a:buNone/>
            </a:pPr>
            <a:r>
              <a:rPr lang="en-US" sz="2900" dirty="0">
                <a:solidFill>
                  <a:schemeClr val="tx2"/>
                </a:solidFill>
              </a:rPr>
              <a:t>L-049 to L-1649A</a:t>
            </a:r>
            <a:endParaRPr lang="en-US" sz="29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lIns="0" tIns="0" rIns="0" bIns="0" rtlCol="0" anchor="ctr"/>
          <a:lstStyle/>
          <a:p>
            <a:pPr algn="ctr" indent="0" marL="0">
              <a:buNone/>
            </a:pPr>
            <a:r>
              <a:rPr lang="en-US" sz="4000" b="1" spc="-100" kern="0" dirty="0">
                <a:solidFill>
                  <a:schemeClr val="tx1"/>
                </a:solidFill>
              </a:rPr>
              <a:t>Meet Connie</a:t>
            </a:r>
            <a:endParaRPr lang="en-US" sz="4000" dirty="0"/>
          </a:p>
        </p:txBody>
      </p:sp>
      <p:sp>
        <p:nvSpPr>
          <p:cNvPr id="3" name="Text 0"/>
          <p:cNvSpPr/>
          <p:nvPr>
            <p:ph idx="101" type="body" hasCustomPrompt="1"/>
          </p:nvPr>
        </p:nvSpPr>
        <p:spPr>
          <a:xfrm>
            <a:off x="731520" y="1554480"/>
            <a:ext cx="10728655" cy="548640"/>
          </a:xfrm>
          <a:prstGeom prst="rect">
            <a:avLst/>
          </a:prstGeom>
          <a:noFill/>
          <a:ln/>
        </p:spPr>
        <p:txBody>
          <a:bodyPr wrap="square" lIns="0" tIns="0" rIns="0" bIns="0" rtlCol="0" anchor="t"/>
          <a:lstStyle/>
          <a:p>
            <a:pPr algn="ctr" indent="0" marL="0">
              <a:buNone/>
            </a:pPr>
            <a:r>
              <a:rPr lang="en-US" sz="3000" dirty="0">
                <a:solidFill>
                  <a:schemeClr val="tx2"/>
                </a:solidFill>
              </a:rPr>
              <a:t>L-1649A Super Star · the last and longest-legged Constellation</a:t>
            </a:r>
            <a:endParaRPr lang="en-US" sz="3000" dirty="0"/>
          </a:p>
        </p:txBody>
      </p:sp>
      <p:sp>
        <p:nvSpPr>
          <p:cNvPr id="4" name="Text 0"/>
          <p:cNvSpPr/>
          <p:nvPr>
            <p:ph idx="102" type="body" hasCustomPrompt="1"/>
          </p:nvPr>
        </p:nvSpPr>
        <p:spPr>
          <a:xfrm>
            <a:off x="731520" y="5486400"/>
            <a:ext cx="10728655" cy="777240"/>
          </a:xfrm>
          <a:prstGeom prst="rect">
            <a:avLst/>
          </a:prstGeom>
          <a:noFill/>
          <a:ln/>
        </p:spPr>
        <p:txBody>
          <a:bodyPr wrap="square" lIns="0" tIns="0" rIns="0" bIns="0" rtlCol="0" anchor="ctr"/>
          <a:lstStyle/>
          <a:p>
            <a:pPr algn="ctr" indent="0" marL="0">
              <a:buNone/>
            </a:pPr>
            <a:r>
              <a:rPr lang="en-US" sz="3400" dirty="0">
                <a:solidFill>
                  <a:schemeClr val="tx1"/>
                </a:solidFill>
              </a:rPr>
              <a:t>Built to cross oceans in comfort</a:t>
            </a:r>
            <a:endParaRPr lang="en-US" sz="3400" dirty="0"/>
          </a:p>
        </p:txBody>
      </p:sp>
      <p:sp>
        <p:nvSpPr>
          <p:cNvPr id="5" name="Rounded 16"/>
          <p:cNvSpPr/>
          <p:nvPr/>
        </p:nvSpPr>
        <p:spPr>
          <a:xfrm>
            <a:off x="746608" y="2240280"/>
            <a:ext cx="2468880" cy="2926080"/>
          </a:xfrm>
          <a:prstGeom prst="roundRect">
            <a:avLst>
              <a:gd name="adj" fmla="val 8148"/>
            </a:avLst>
          </a:prstGeom>
          <a:solidFill>
            <a:schemeClr val="bg2"/>
          </a:solidFill>
          <a:ln/>
        </p:spPr>
      </p:sp>
      <p:sp>
        <p:nvSpPr>
          <p:cNvPr id="6" name="Text 17"/>
          <p:cNvSpPr txBox="1"/>
          <p:nvPr/>
        </p:nvSpPr>
        <p:spPr>
          <a:xfrm>
            <a:off x="838048" y="2971800"/>
            <a:ext cx="2286000" cy="914400"/>
          </a:xfrm>
          <a:prstGeom prst="rect">
            <a:avLst/>
          </a:prstGeom>
          <a:noFill/>
          <a:ln/>
        </p:spPr>
        <p:txBody>
          <a:bodyPr wrap="square" lIns="0" tIns="0" rIns="0" bIns="0" rtlCol="0" anchor="ctr"/>
          <a:lstStyle/>
          <a:p>
            <a:pPr algn="ctr" indent="0" marL="0">
              <a:buNone/>
            </a:pPr>
            <a:r>
              <a:rPr lang="en-US" sz="4900" b="1" spc="-200" kern="0" dirty="0">
                <a:solidFill>
                  <a:schemeClr val="accent1"/>
                </a:solidFill>
              </a:rPr>
              <a:t>13,600</a:t>
            </a:r>
            <a:endParaRPr lang="en-US" sz="4900" dirty="0"/>
          </a:p>
        </p:txBody>
      </p:sp>
      <p:sp>
        <p:nvSpPr>
          <p:cNvPr id="7" name="Text 18"/>
          <p:cNvSpPr txBox="1"/>
          <p:nvPr/>
        </p:nvSpPr>
        <p:spPr>
          <a:xfrm>
            <a:off x="838048" y="3931920"/>
            <a:ext cx="2286000" cy="822960"/>
          </a:xfrm>
          <a:prstGeom prst="rect">
            <a:avLst/>
          </a:prstGeom>
          <a:noFill/>
          <a:ln/>
        </p:spPr>
        <p:txBody>
          <a:bodyPr wrap="square" lIns="0" tIns="0" rIns="0" bIns="0" rtlCol="0" anchor="t"/>
          <a:lstStyle/>
          <a:p>
            <a:pPr algn="ctr" indent="0" marL="0">
              <a:lnSpc>
                <a:spcPct val="110000"/>
              </a:lnSpc>
              <a:buNone/>
            </a:pPr>
            <a:r>
              <a:rPr lang="en-US" sz="2900" dirty="0">
                <a:solidFill>
                  <a:schemeClr val="tx2"/>
                </a:solidFill>
              </a:rPr>
              <a:t>horsepower</a:t>
            </a:r>
            <a:endParaRPr lang="en-US" sz="2900" dirty="0"/>
          </a:p>
        </p:txBody>
      </p:sp>
      <p:sp>
        <p:nvSpPr>
          <p:cNvPr id="8" name="Rounded 19"/>
          <p:cNvSpPr/>
          <p:nvPr/>
        </p:nvSpPr>
        <p:spPr>
          <a:xfrm>
            <a:off x="3489808" y="2240280"/>
            <a:ext cx="2468880" cy="2926080"/>
          </a:xfrm>
          <a:prstGeom prst="roundRect">
            <a:avLst>
              <a:gd name="adj" fmla="val 8148"/>
            </a:avLst>
          </a:prstGeom>
          <a:solidFill>
            <a:schemeClr val="bg2"/>
          </a:solidFill>
          <a:ln/>
        </p:spPr>
      </p:sp>
      <p:sp>
        <p:nvSpPr>
          <p:cNvPr id="9" name="Text 20"/>
          <p:cNvSpPr txBox="1"/>
          <p:nvPr/>
        </p:nvSpPr>
        <p:spPr>
          <a:xfrm>
            <a:off x="3581248" y="2971800"/>
            <a:ext cx="2286000" cy="914400"/>
          </a:xfrm>
          <a:prstGeom prst="rect">
            <a:avLst/>
          </a:prstGeom>
          <a:noFill/>
          <a:ln/>
        </p:spPr>
        <p:txBody>
          <a:bodyPr wrap="square" lIns="0" tIns="0" rIns="0" bIns="0" rtlCol="0" anchor="ctr"/>
          <a:lstStyle/>
          <a:p>
            <a:pPr algn="ctr" indent="0" marL="0">
              <a:buNone/>
            </a:pPr>
            <a:r>
              <a:rPr lang="en-US" sz="4900" b="1" spc="-200" kern="0" dirty="0">
                <a:solidFill>
                  <a:schemeClr val="tx1"/>
                </a:solidFill>
              </a:rPr>
              <a:t>480–500</a:t>
            </a:r>
            <a:endParaRPr lang="en-US" sz="4900" dirty="0"/>
          </a:p>
        </p:txBody>
      </p:sp>
      <p:sp>
        <p:nvSpPr>
          <p:cNvPr id="10" name="Text 21"/>
          <p:cNvSpPr txBox="1"/>
          <p:nvPr/>
        </p:nvSpPr>
        <p:spPr>
          <a:xfrm>
            <a:off x="3581248" y="3931920"/>
            <a:ext cx="2286000" cy="822960"/>
          </a:xfrm>
          <a:prstGeom prst="rect">
            <a:avLst/>
          </a:prstGeom>
          <a:noFill/>
          <a:ln/>
        </p:spPr>
        <p:txBody>
          <a:bodyPr wrap="square" lIns="0" tIns="0" rIns="0" bIns="0" rtlCol="0" anchor="t"/>
          <a:lstStyle/>
          <a:p>
            <a:pPr algn="ctr" indent="0" marL="0">
              <a:lnSpc>
                <a:spcPct val="110000"/>
              </a:lnSpc>
              <a:buNone/>
            </a:pPr>
            <a:r>
              <a:rPr lang="en-US" sz="2900" dirty="0">
                <a:solidFill>
                  <a:schemeClr val="tx2"/>
                </a:solidFill>
              </a:rPr>
              <a:t>km/h cruise</a:t>
            </a:r>
            <a:endParaRPr lang="en-US" sz="2900" dirty="0"/>
          </a:p>
        </p:txBody>
      </p:sp>
      <p:sp>
        <p:nvSpPr>
          <p:cNvPr id="11" name="Rounded 22"/>
          <p:cNvSpPr/>
          <p:nvPr/>
        </p:nvSpPr>
        <p:spPr>
          <a:xfrm>
            <a:off x="6233008" y="2240280"/>
            <a:ext cx="2468880" cy="2926080"/>
          </a:xfrm>
          <a:prstGeom prst="roundRect">
            <a:avLst>
              <a:gd name="adj" fmla="val 8148"/>
            </a:avLst>
          </a:prstGeom>
          <a:solidFill>
            <a:schemeClr val="bg2"/>
          </a:solidFill>
          <a:ln/>
        </p:spPr>
      </p:sp>
      <p:sp>
        <p:nvSpPr>
          <p:cNvPr id="12" name="Text 23"/>
          <p:cNvSpPr txBox="1"/>
          <p:nvPr/>
        </p:nvSpPr>
        <p:spPr>
          <a:xfrm>
            <a:off x="6324448" y="2971800"/>
            <a:ext cx="2286000" cy="914400"/>
          </a:xfrm>
          <a:prstGeom prst="rect">
            <a:avLst/>
          </a:prstGeom>
          <a:noFill/>
          <a:ln/>
        </p:spPr>
        <p:txBody>
          <a:bodyPr wrap="square" lIns="0" tIns="0" rIns="0" bIns="0" rtlCol="0" anchor="ctr"/>
          <a:lstStyle/>
          <a:p>
            <a:pPr algn="ctr" indent="0" marL="0">
              <a:buNone/>
            </a:pPr>
            <a:r>
              <a:rPr lang="en-US" sz="4900" b="1" spc="-200" kern="0" dirty="0">
                <a:solidFill>
                  <a:schemeClr val="tx1"/>
                </a:solidFill>
              </a:rPr>
              <a:t>10,000</a:t>
            </a:r>
            <a:endParaRPr lang="en-US" sz="4900" dirty="0"/>
          </a:p>
        </p:txBody>
      </p:sp>
      <p:sp>
        <p:nvSpPr>
          <p:cNvPr id="13" name="Text 24"/>
          <p:cNvSpPr txBox="1"/>
          <p:nvPr/>
        </p:nvSpPr>
        <p:spPr>
          <a:xfrm>
            <a:off x="6324448" y="3931920"/>
            <a:ext cx="2286000" cy="822960"/>
          </a:xfrm>
          <a:prstGeom prst="rect">
            <a:avLst/>
          </a:prstGeom>
          <a:noFill/>
          <a:ln/>
        </p:spPr>
        <p:txBody>
          <a:bodyPr wrap="square" lIns="0" tIns="0" rIns="0" bIns="0" rtlCol="0" anchor="t"/>
          <a:lstStyle/>
          <a:p>
            <a:pPr algn="ctr" indent="0" marL="0">
              <a:lnSpc>
                <a:spcPct val="110000"/>
              </a:lnSpc>
              <a:buNone/>
            </a:pPr>
            <a:r>
              <a:rPr lang="en-US" sz="2900" dirty="0">
                <a:solidFill>
                  <a:schemeClr val="tx2"/>
                </a:solidFill>
              </a:rPr>
              <a:t>km range</a:t>
            </a:r>
            <a:endParaRPr lang="en-US" sz="2900" dirty="0"/>
          </a:p>
        </p:txBody>
      </p:sp>
      <p:sp>
        <p:nvSpPr>
          <p:cNvPr id="14" name="Rounded 25"/>
          <p:cNvSpPr/>
          <p:nvPr/>
        </p:nvSpPr>
        <p:spPr>
          <a:xfrm>
            <a:off x="8976208" y="2240280"/>
            <a:ext cx="2468880" cy="2926080"/>
          </a:xfrm>
          <a:prstGeom prst="roundRect">
            <a:avLst>
              <a:gd name="adj" fmla="val 8148"/>
            </a:avLst>
          </a:prstGeom>
          <a:solidFill>
            <a:schemeClr val="bg2"/>
          </a:solidFill>
          <a:ln/>
        </p:spPr>
      </p:sp>
      <p:sp>
        <p:nvSpPr>
          <p:cNvPr id="15" name="Text 26"/>
          <p:cNvSpPr txBox="1"/>
          <p:nvPr/>
        </p:nvSpPr>
        <p:spPr>
          <a:xfrm>
            <a:off x="9067648" y="2971800"/>
            <a:ext cx="2286000" cy="914400"/>
          </a:xfrm>
          <a:prstGeom prst="rect">
            <a:avLst/>
          </a:prstGeom>
          <a:noFill/>
          <a:ln/>
        </p:spPr>
        <p:txBody>
          <a:bodyPr wrap="square" lIns="0" tIns="0" rIns="0" bIns="0" rtlCol="0" anchor="ctr"/>
          <a:lstStyle/>
          <a:p>
            <a:pPr algn="ctr" indent="0" marL="0">
              <a:buNone/>
            </a:pPr>
            <a:r>
              <a:rPr lang="en-US" sz="4900" b="1" spc="-200" kern="0" dirty="0">
                <a:solidFill>
                  <a:schemeClr val="tx1"/>
                </a:solidFill>
              </a:rPr>
              <a:t>123 ft</a:t>
            </a:r>
            <a:endParaRPr lang="en-US" sz="4900" dirty="0"/>
          </a:p>
        </p:txBody>
      </p:sp>
      <p:sp>
        <p:nvSpPr>
          <p:cNvPr id="16" name="Text 27"/>
          <p:cNvSpPr txBox="1"/>
          <p:nvPr/>
        </p:nvSpPr>
        <p:spPr>
          <a:xfrm>
            <a:off x="9067648" y="3931920"/>
            <a:ext cx="2286000" cy="822960"/>
          </a:xfrm>
          <a:prstGeom prst="rect">
            <a:avLst/>
          </a:prstGeom>
          <a:noFill/>
          <a:ln/>
        </p:spPr>
        <p:txBody>
          <a:bodyPr wrap="square" lIns="0" tIns="0" rIns="0" bIns="0" rtlCol="0" anchor="t"/>
          <a:lstStyle/>
          <a:p>
            <a:pPr algn="ctr" indent="0" marL="0">
              <a:lnSpc>
                <a:spcPct val="110000"/>
              </a:lnSpc>
              <a:buNone/>
            </a:pPr>
            <a:r>
              <a:rPr lang="en-US" sz="2900" dirty="0">
                <a:solidFill>
                  <a:schemeClr val="tx2"/>
                </a:solidFill>
              </a:rPr>
              <a:t>wingspan</a:t>
            </a:r>
            <a:endParaRPr lang="en-US" sz="29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lIns="0" tIns="0" rIns="0" bIns="0" rtlCol="0" anchor="ctr"/>
          <a:lstStyle/>
          <a:p>
            <a:pPr algn="ctr" indent="0" marL="0">
              <a:buNone/>
            </a:pPr>
            <a:r>
              <a:rPr lang="en-US" sz="4000" b="1" spc="-100" kern="0" dirty="0">
                <a:solidFill>
                  <a:schemeClr val="tx1"/>
                </a:solidFill>
              </a:rPr>
              <a:t>Size and Weight</a:t>
            </a:r>
            <a:endParaRPr lang="en-US" sz="4000" dirty="0"/>
          </a:p>
        </p:txBody>
      </p:sp>
      <p:sp>
        <p:nvSpPr>
          <p:cNvPr id="3" name="Text 0"/>
          <p:cNvSpPr/>
          <p:nvPr>
            <p:ph idx="101" type="body" hasCustomPrompt="1"/>
          </p:nvPr>
        </p:nvSpPr>
        <p:spPr>
          <a:xfrm>
            <a:off x="731520" y="1554480"/>
            <a:ext cx="10728655" cy="548640"/>
          </a:xfrm>
          <a:prstGeom prst="rect">
            <a:avLst/>
          </a:prstGeom>
          <a:noFill/>
          <a:ln/>
        </p:spPr>
        <p:txBody>
          <a:bodyPr wrap="square" lIns="0" tIns="0" rIns="0" bIns="0" rtlCol="0" anchor="t"/>
          <a:lstStyle/>
          <a:p>
            <a:pPr algn="ctr" indent="0" marL="0">
              <a:buNone/>
            </a:pPr>
            <a:r>
              <a:rPr lang="en-US" sz="3000" dirty="0">
                <a:solidFill>
                  <a:schemeClr val="tx2"/>
                </a:solidFill>
              </a:rPr>
              <a:t>Big for its day, with the famous triple tail</a:t>
            </a:r>
            <a:endParaRPr lang="en-US" sz="3000" dirty="0"/>
          </a:p>
        </p:txBody>
      </p:sp>
      <p:sp>
        <p:nvSpPr>
          <p:cNvPr id="4" name="Text 0"/>
          <p:cNvSpPr/>
          <p:nvPr>
            <p:ph idx="102" type="body" hasCustomPrompt="1"/>
          </p:nvPr>
        </p:nvSpPr>
        <p:spPr>
          <a:xfrm>
            <a:off x="731520" y="5486400"/>
            <a:ext cx="10728655" cy="777240"/>
          </a:xfrm>
          <a:prstGeom prst="rect">
            <a:avLst/>
          </a:prstGeom>
          <a:noFill/>
          <a:ln/>
        </p:spPr>
        <p:txBody>
          <a:bodyPr wrap="square" lIns="0" tIns="0" rIns="0" bIns="0" rtlCol="0" anchor="ctr"/>
          <a:lstStyle/>
          <a:p>
            <a:pPr algn="ctr" indent="0" marL="0">
              <a:buNone/>
            </a:pPr>
            <a:r>
              <a:rPr lang="en-US" sz="3400" dirty="0">
                <a:solidFill>
                  <a:schemeClr val="tx1"/>
                </a:solidFill>
              </a:rPr>
              <a:t>As long as a basketball court, and then some</a:t>
            </a:r>
            <a:endParaRPr lang="en-US" sz="3400" dirty="0"/>
          </a:p>
        </p:txBody>
      </p:sp>
      <p:sp>
        <p:nvSpPr>
          <p:cNvPr id="5" name="Rounded 28"/>
          <p:cNvSpPr/>
          <p:nvPr/>
        </p:nvSpPr>
        <p:spPr>
          <a:xfrm>
            <a:off x="883768" y="2240280"/>
            <a:ext cx="3291840" cy="2926080"/>
          </a:xfrm>
          <a:prstGeom prst="roundRect">
            <a:avLst>
              <a:gd name="adj" fmla="val 6875"/>
            </a:avLst>
          </a:prstGeom>
          <a:solidFill>
            <a:schemeClr val="bg2"/>
          </a:solidFill>
          <a:ln/>
        </p:spPr>
      </p:sp>
      <p:sp>
        <p:nvSpPr>
          <p:cNvPr id="6" name="Text 29"/>
          <p:cNvSpPr txBox="1"/>
          <p:nvPr/>
        </p:nvSpPr>
        <p:spPr>
          <a:xfrm>
            <a:off x="975208" y="2971800"/>
            <a:ext cx="3108960" cy="914400"/>
          </a:xfrm>
          <a:prstGeom prst="rect">
            <a:avLst/>
          </a:prstGeom>
          <a:noFill/>
          <a:ln/>
        </p:spPr>
        <p:txBody>
          <a:bodyPr wrap="square" lIns="0" tIns="0" rIns="0" bIns="0" rtlCol="0" anchor="ctr"/>
          <a:lstStyle/>
          <a:p>
            <a:pPr algn="ctr" indent="0" marL="0">
              <a:buNone/>
            </a:pPr>
            <a:r>
              <a:rPr lang="en-US" sz="4900" b="1" spc="-200" kern="0" dirty="0">
                <a:solidFill>
                  <a:schemeClr val="tx1"/>
                </a:solidFill>
              </a:rPr>
              <a:t>≈ 116 ft</a:t>
            </a:r>
            <a:endParaRPr lang="en-US" sz="4900" dirty="0"/>
          </a:p>
        </p:txBody>
      </p:sp>
      <p:sp>
        <p:nvSpPr>
          <p:cNvPr id="7" name="Text 30"/>
          <p:cNvSpPr txBox="1"/>
          <p:nvPr/>
        </p:nvSpPr>
        <p:spPr>
          <a:xfrm>
            <a:off x="975208" y="3931920"/>
            <a:ext cx="3108960" cy="822960"/>
          </a:xfrm>
          <a:prstGeom prst="rect">
            <a:avLst/>
          </a:prstGeom>
          <a:noFill/>
          <a:ln/>
        </p:spPr>
        <p:txBody>
          <a:bodyPr wrap="square" lIns="0" tIns="0" rIns="0" bIns="0" rtlCol="0" anchor="t"/>
          <a:lstStyle/>
          <a:p>
            <a:pPr algn="ctr" indent="0" marL="0">
              <a:lnSpc>
                <a:spcPct val="110000"/>
              </a:lnSpc>
              <a:buNone/>
            </a:pPr>
            <a:r>
              <a:rPr lang="en-US" sz="2900" dirty="0">
                <a:solidFill>
                  <a:schemeClr val="tx2"/>
                </a:solidFill>
              </a:rPr>
              <a:t>length · 35 m</a:t>
            </a:r>
            <a:endParaRPr lang="en-US" sz="2900" dirty="0"/>
          </a:p>
        </p:txBody>
      </p:sp>
      <p:sp>
        <p:nvSpPr>
          <p:cNvPr id="8" name="Rounded 31"/>
          <p:cNvSpPr/>
          <p:nvPr/>
        </p:nvSpPr>
        <p:spPr>
          <a:xfrm>
            <a:off x="4449928" y="2240280"/>
            <a:ext cx="3291840" cy="2926080"/>
          </a:xfrm>
          <a:prstGeom prst="roundRect">
            <a:avLst>
              <a:gd name="adj" fmla="val 6875"/>
            </a:avLst>
          </a:prstGeom>
          <a:solidFill>
            <a:schemeClr val="bg2"/>
          </a:solidFill>
          <a:ln/>
        </p:spPr>
      </p:sp>
      <p:sp>
        <p:nvSpPr>
          <p:cNvPr id="9" name="Text 32"/>
          <p:cNvSpPr txBox="1"/>
          <p:nvPr/>
        </p:nvSpPr>
        <p:spPr>
          <a:xfrm>
            <a:off x="4541368" y="2971800"/>
            <a:ext cx="3108960" cy="914400"/>
          </a:xfrm>
          <a:prstGeom prst="rect">
            <a:avLst/>
          </a:prstGeom>
          <a:noFill/>
          <a:ln/>
        </p:spPr>
        <p:txBody>
          <a:bodyPr wrap="square" lIns="0" tIns="0" rIns="0" bIns="0" rtlCol="0" anchor="ctr"/>
          <a:lstStyle/>
          <a:p>
            <a:pPr algn="ctr" indent="0" marL="0">
              <a:buNone/>
            </a:pPr>
            <a:r>
              <a:rPr lang="en-US" sz="4900" b="1" spc="-200" kern="0" dirty="0">
                <a:solidFill>
                  <a:schemeClr val="accent1"/>
                </a:solidFill>
              </a:rPr>
              <a:t>123 ft</a:t>
            </a:r>
            <a:endParaRPr lang="en-US" sz="4900" dirty="0"/>
          </a:p>
        </p:txBody>
      </p:sp>
      <p:sp>
        <p:nvSpPr>
          <p:cNvPr id="10" name="Text 33"/>
          <p:cNvSpPr txBox="1"/>
          <p:nvPr/>
        </p:nvSpPr>
        <p:spPr>
          <a:xfrm>
            <a:off x="4541368" y="3931920"/>
            <a:ext cx="3108960" cy="822960"/>
          </a:xfrm>
          <a:prstGeom prst="rect">
            <a:avLst/>
          </a:prstGeom>
          <a:noFill/>
          <a:ln/>
        </p:spPr>
        <p:txBody>
          <a:bodyPr wrap="square" lIns="0" tIns="0" rIns="0" bIns="0" rtlCol="0" anchor="t"/>
          <a:lstStyle/>
          <a:p>
            <a:pPr algn="ctr" indent="0" marL="0">
              <a:lnSpc>
                <a:spcPct val="110000"/>
              </a:lnSpc>
              <a:buNone/>
            </a:pPr>
            <a:r>
              <a:rPr lang="en-US" sz="2900" dirty="0">
                <a:solidFill>
                  <a:schemeClr val="tx2"/>
                </a:solidFill>
              </a:rPr>
              <a:t>wingspan · 37 m</a:t>
            </a:r>
            <a:endParaRPr lang="en-US" sz="2900" dirty="0"/>
          </a:p>
        </p:txBody>
      </p:sp>
      <p:sp>
        <p:nvSpPr>
          <p:cNvPr id="11" name="Rounded 34"/>
          <p:cNvSpPr/>
          <p:nvPr/>
        </p:nvSpPr>
        <p:spPr>
          <a:xfrm>
            <a:off x="8016088" y="2240280"/>
            <a:ext cx="3291840" cy="2926080"/>
          </a:xfrm>
          <a:prstGeom prst="roundRect">
            <a:avLst>
              <a:gd name="adj" fmla="val 6875"/>
            </a:avLst>
          </a:prstGeom>
          <a:solidFill>
            <a:schemeClr val="bg2"/>
          </a:solidFill>
          <a:ln/>
        </p:spPr>
      </p:sp>
      <p:sp>
        <p:nvSpPr>
          <p:cNvPr id="12" name="Text 35"/>
          <p:cNvSpPr txBox="1"/>
          <p:nvPr/>
        </p:nvSpPr>
        <p:spPr>
          <a:xfrm>
            <a:off x="8107528" y="2971800"/>
            <a:ext cx="3108960" cy="914400"/>
          </a:xfrm>
          <a:prstGeom prst="rect">
            <a:avLst/>
          </a:prstGeom>
          <a:noFill/>
          <a:ln/>
        </p:spPr>
        <p:txBody>
          <a:bodyPr wrap="square" lIns="0" tIns="0" rIns="0" bIns="0" rtlCol="0" anchor="ctr"/>
          <a:lstStyle/>
          <a:p>
            <a:pPr algn="ctr" indent="0" marL="0">
              <a:buNone/>
            </a:pPr>
            <a:r>
              <a:rPr lang="en-US" sz="4900" b="1" spc="-200" kern="0" dirty="0">
                <a:solidFill>
                  <a:schemeClr val="tx1"/>
                </a:solidFill>
              </a:rPr>
              <a:t>≈ 70 t</a:t>
            </a:r>
            <a:endParaRPr lang="en-US" sz="4900" dirty="0"/>
          </a:p>
        </p:txBody>
      </p:sp>
      <p:sp>
        <p:nvSpPr>
          <p:cNvPr id="13" name="Text 36"/>
          <p:cNvSpPr txBox="1"/>
          <p:nvPr/>
        </p:nvSpPr>
        <p:spPr>
          <a:xfrm>
            <a:off x="8107528" y="3931920"/>
            <a:ext cx="3108960" cy="822960"/>
          </a:xfrm>
          <a:prstGeom prst="rect">
            <a:avLst/>
          </a:prstGeom>
          <a:noFill/>
          <a:ln/>
        </p:spPr>
        <p:txBody>
          <a:bodyPr wrap="square" lIns="0" tIns="0" rIns="0" bIns="0" rtlCol="0" anchor="t"/>
          <a:lstStyle/>
          <a:p>
            <a:pPr algn="ctr" indent="0" marL="0">
              <a:lnSpc>
                <a:spcPct val="110000"/>
              </a:lnSpc>
              <a:buNone/>
            </a:pPr>
            <a:r>
              <a:rPr lang="en-US" sz="2900" dirty="0">
                <a:solidFill>
                  <a:schemeClr val="tx2"/>
                </a:solidFill>
              </a:rPr>
              <a:t>takeoff weight</a:t>
            </a:r>
            <a:endParaRPr lang="en-US" sz="29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lIns="0" tIns="0" rIns="0" bIns="0" rtlCol="0" anchor="ctr"/>
          <a:lstStyle/>
          <a:p>
            <a:pPr algn="ctr" indent="0" marL="0">
              <a:buNone/>
            </a:pPr>
            <a:r>
              <a:rPr lang="en-US" sz="4000" b="1" spc="-100" kern="0" dirty="0">
                <a:solidFill>
                  <a:schemeClr val="tx1"/>
                </a:solidFill>
              </a:rPr>
              <a:t>One Wingspan Already Exceeds the First Flight's Distance</a:t>
            </a:r>
            <a:endParaRPr lang="en-US" sz="4000" dirty="0"/>
          </a:p>
        </p:txBody>
      </p:sp>
      <p:sp>
        <p:nvSpPr>
          <p:cNvPr id="3" name="Text 0"/>
          <p:cNvSpPr/>
          <p:nvPr>
            <p:ph idx="101" type="body" hasCustomPrompt="1"/>
          </p:nvPr>
        </p:nvSpPr>
        <p:spPr>
          <a:xfrm>
            <a:off x="731520" y="1554480"/>
            <a:ext cx="10728655" cy="548640"/>
          </a:xfrm>
          <a:prstGeom prst="rect">
            <a:avLst/>
          </a:prstGeom>
          <a:noFill/>
          <a:ln/>
        </p:spPr>
        <p:txBody>
          <a:bodyPr wrap="square" lIns="0" tIns="0" rIns="0" bIns="0" rtlCol="0" anchor="t"/>
          <a:lstStyle/>
          <a:p>
            <a:pPr algn="ctr" indent="0" marL="0">
              <a:buNone/>
            </a:pPr>
            <a:r>
              <a:rPr lang="en-US" sz="3000" dirty="0">
                <a:solidFill>
                  <a:schemeClr val="tx2"/>
                </a:solidFill>
              </a:rPr>
              <a:t>Same scale, only 3 feet apart</a:t>
            </a:r>
            <a:endParaRPr lang="en-US" sz="3000" dirty="0"/>
          </a:p>
        </p:txBody>
      </p:sp>
      <p:sp>
        <p:nvSpPr>
          <p:cNvPr id="4" name="Text 0"/>
          <p:cNvSpPr/>
          <p:nvPr>
            <p:ph idx="102" type="body" hasCustomPrompt="1"/>
          </p:nvPr>
        </p:nvSpPr>
        <p:spPr>
          <a:xfrm>
            <a:off x="731520" y="5486400"/>
            <a:ext cx="10728655" cy="777240"/>
          </a:xfrm>
          <a:prstGeom prst="rect">
            <a:avLst/>
          </a:prstGeom>
          <a:noFill/>
          <a:ln/>
        </p:spPr>
        <p:txBody>
          <a:bodyPr wrap="square" lIns="0" tIns="0" rIns="0" bIns="0" rtlCol="0" anchor="ctr"/>
          <a:lstStyle/>
          <a:p>
            <a:pPr algn="ctr" indent="0" marL="0">
              <a:buNone/>
            </a:pPr>
            <a:r>
              <a:rPr lang="en-US" sz="3400" dirty="0">
                <a:solidFill>
                  <a:schemeClr val="tx1"/>
                </a:solidFill>
              </a:rPr>
              <a:t>The first flight fits inside one wingspan</a:t>
            </a:r>
            <a:endParaRPr lang="en-US" sz="3400" dirty="0"/>
          </a:p>
        </p:txBody>
      </p:sp>
      <p:sp>
        <p:nvSpPr>
          <p:cNvPr id="5" name="Text 37"/>
          <p:cNvSpPr txBox="1"/>
          <p:nvPr/>
        </p:nvSpPr>
        <p:spPr>
          <a:xfrm>
            <a:off x="1097280" y="2423160"/>
            <a:ext cx="6400800" cy="411480"/>
          </a:xfrm>
          <a:prstGeom prst="rect">
            <a:avLst/>
          </a:prstGeom>
          <a:noFill/>
          <a:ln/>
        </p:spPr>
        <p:txBody>
          <a:bodyPr wrap="square" lIns="0" tIns="0" rIns="0" bIns="0" rtlCol="0" anchor="b"/>
          <a:lstStyle/>
          <a:p>
            <a:pPr indent="0" marL="0">
              <a:buNone/>
            </a:pPr>
            <a:r>
              <a:rPr lang="en-US" sz="2900" dirty="0">
                <a:solidFill>
                  <a:schemeClr val="tx1"/>
                </a:solidFill>
              </a:rPr>
              <a:t>First flight, 1903</a:t>
            </a:r>
            <a:endParaRPr lang="en-US" sz="2900" dirty="0"/>
          </a:p>
        </p:txBody>
      </p:sp>
      <p:sp>
        <p:nvSpPr>
          <p:cNvPr id="6" name="Shape 38"/>
          <p:cNvSpPr/>
          <p:nvPr/>
        </p:nvSpPr>
        <p:spPr>
          <a:xfrm>
            <a:off x="1097280" y="3136392"/>
            <a:ext cx="8296507" cy="128016"/>
          </a:xfrm>
          <a:prstGeom prst="rect">
            <a:avLst/>
          </a:prstGeom>
          <a:solidFill>
            <a:schemeClr val="accent5"/>
          </a:solidFill>
          <a:ln/>
        </p:spPr>
      </p:sp>
      <p:sp>
        <p:nvSpPr>
          <p:cNvPr id="7" name="Shape 39"/>
          <p:cNvSpPr/>
          <p:nvPr/>
        </p:nvSpPr>
        <p:spPr>
          <a:xfrm>
            <a:off x="9366355" y="2980944"/>
            <a:ext cx="27432" cy="438912"/>
          </a:xfrm>
          <a:prstGeom prst="rect">
            <a:avLst/>
          </a:prstGeom>
          <a:solidFill>
            <a:schemeClr val="accent5"/>
          </a:solidFill>
          <a:ln/>
        </p:spPr>
      </p:sp>
      <p:sp>
        <p:nvSpPr>
          <p:cNvPr id="8" name="Shape 40"/>
          <p:cNvSpPr/>
          <p:nvPr/>
        </p:nvSpPr>
        <p:spPr>
          <a:xfrm>
            <a:off x="1097280" y="2980944"/>
            <a:ext cx="27432" cy="438912"/>
          </a:xfrm>
          <a:prstGeom prst="rect">
            <a:avLst/>
          </a:prstGeom>
          <a:solidFill>
            <a:schemeClr val="accent5"/>
          </a:solidFill>
          <a:ln/>
        </p:spPr>
      </p:sp>
      <p:sp>
        <p:nvSpPr>
          <p:cNvPr id="9" name="Text 41"/>
          <p:cNvSpPr txBox="1"/>
          <p:nvPr/>
        </p:nvSpPr>
        <p:spPr>
          <a:xfrm>
            <a:off x="9875520" y="2880360"/>
            <a:ext cx="1645920" cy="640080"/>
          </a:xfrm>
          <a:prstGeom prst="rect">
            <a:avLst/>
          </a:prstGeom>
          <a:noFill/>
          <a:ln/>
        </p:spPr>
        <p:txBody>
          <a:bodyPr wrap="square" lIns="0" tIns="0" rIns="0" bIns="0" rtlCol="0" anchor="ctr"/>
          <a:lstStyle/>
          <a:p>
            <a:pPr indent="0" marL="0">
              <a:buNone/>
            </a:pPr>
            <a:r>
              <a:rPr lang="en-US" sz="3900" b="1" dirty="0">
                <a:solidFill>
                  <a:schemeClr val="tx1"/>
                </a:solidFill>
              </a:rPr>
              <a:t>120 ft</a:t>
            </a:r>
            <a:endParaRPr lang="en-US" sz="3900" dirty="0"/>
          </a:p>
        </p:txBody>
      </p:sp>
      <p:sp>
        <p:nvSpPr>
          <p:cNvPr id="10" name="Text 42"/>
          <p:cNvSpPr txBox="1"/>
          <p:nvPr/>
        </p:nvSpPr>
        <p:spPr>
          <a:xfrm>
            <a:off x="1097280" y="3886200"/>
            <a:ext cx="6400800" cy="411480"/>
          </a:xfrm>
          <a:prstGeom prst="rect">
            <a:avLst/>
          </a:prstGeom>
          <a:noFill/>
          <a:ln/>
        </p:spPr>
        <p:txBody>
          <a:bodyPr wrap="square" lIns="0" tIns="0" rIns="0" bIns="0" rtlCol="0" anchor="b"/>
          <a:lstStyle/>
          <a:p>
            <a:pPr indent="0" marL="0">
              <a:buNone/>
            </a:pPr>
            <a:r>
              <a:rPr lang="en-US" sz="2900" dirty="0">
                <a:solidFill>
                  <a:schemeClr val="tx1"/>
                </a:solidFill>
              </a:rPr>
              <a:t>Super Constellation wingspan</a:t>
            </a:r>
            <a:endParaRPr lang="en-US" sz="2900" dirty="0"/>
          </a:p>
        </p:txBody>
      </p:sp>
      <p:sp>
        <p:nvSpPr>
          <p:cNvPr id="11" name="Shape 43"/>
          <p:cNvSpPr/>
          <p:nvPr/>
        </p:nvSpPr>
        <p:spPr>
          <a:xfrm>
            <a:off x="1097280" y="4599432"/>
            <a:ext cx="8503920" cy="128016"/>
          </a:xfrm>
          <a:prstGeom prst="rect">
            <a:avLst/>
          </a:prstGeom>
          <a:solidFill>
            <a:schemeClr val="accent1"/>
          </a:solidFill>
          <a:ln/>
        </p:spPr>
      </p:sp>
      <p:sp>
        <p:nvSpPr>
          <p:cNvPr id="12" name="Shape 44"/>
          <p:cNvSpPr/>
          <p:nvPr/>
        </p:nvSpPr>
        <p:spPr>
          <a:xfrm>
            <a:off x="9573768" y="4443984"/>
            <a:ext cx="27432" cy="438912"/>
          </a:xfrm>
          <a:prstGeom prst="rect">
            <a:avLst/>
          </a:prstGeom>
          <a:solidFill>
            <a:schemeClr val="accent1"/>
          </a:solidFill>
          <a:ln/>
        </p:spPr>
      </p:sp>
      <p:sp>
        <p:nvSpPr>
          <p:cNvPr id="13" name="Shape 45"/>
          <p:cNvSpPr/>
          <p:nvPr/>
        </p:nvSpPr>
        <p:spPr>
          <a:xfrm>
            <a:off x="1097280" y="4443984"/>
            <a:ext cx="27432" cy="438912"/>
          </a:xfrm>
          <a:prstGeom prst="rect">
            <a:avLst/>
          </a:prstGeom>
          <a:solidFill>
            <a:schemeClr val="accent1"/>
          </a:solidFill>
          <a:ln/>
        </p:spPr>
      </p:sp>
      <p:sp>
        <p:nvSpPr>
          <p:cNvPr id="14" name="Text 46"/>
          <p:cNvSpPr txBox="1"/>
          <p:nvPr/>
        </p:nvSpPr>
        <p:spPr>
          <a:xfrm>
            <a:off x="9875520" y="4343400"/>
            <a:ext cx="1645920" cy="640080"/>
          </a:xfrm>
          <a:prstGeom prst="rect">
            <a:avLst/>
          </a:prstGeom>
          <a:noFill/>
          <a:ln/>
        </p:spPr>
        <p:txBody>
          <a:bodyPr wrap="square" lIns="0" tIns="0" rIns="0" bIns="0" rtlCol="0" anchor="ctr"/>
          <a:lstStyle/>
          <a:p>
            <a:pPr indent="0" marL="0">
              <a:buNone/>
            </a:pPr>
            <a:r>
              <a:rPr lang="en-US" sz="3900" b="1" dirty="0">
                <a:solidFill>
                  <a:schemeClr val="tx1"/>
                </a:solidFill>
              </a:rPr>
              <a:t>123 ft</a:t>
            </a:r>
            <a:endParaRPr lang="en-US" sz="3900" dirty="0"/>
          </a:p>
        </p:txBody>
      </p:sp>
      <p:sp>
        <p:nvSpPr>
          <p:cNvPr id="15" name="Line 47"/>
          <p:cNvSpPr/>
          <p:nvPr/>
        </p:nvSpPr>
        <p:spPr>
          <a:xfrm>
            <a:off x="9393787" y="3474720"/>
            <a:ext cx="0" cy="1463040"/>
          </a:xfrm>
          <a:prstGeom prst="line">
            <a:avLst/>
          </a:prstGeom>
          <a:noFill/>
          <a:ln w="9525">
            <a:solidFill>
              <a:schemeClr val="accent2"/>
            </a:solidFill>
            <a:prstDash val="dash"/>
          </a:ln>
        </p:spPr>
      </p:sp>
      <p:sp>
        <p:nvSpPr>
          <p:cNvPr id="16" name="Text 48"/>
          <p:cNvSpPr txBox="1"/>
          <p:nvPr/>
        </p:nvSpPr>
        <p:spPr>
          <a:xfrm>
            <a:off x="9503515" y="4069080"/>
            <a:ext cx="1097280" cy="320040"/>
          </a:xfrm>
          <a:prstGeom prst="rect">
            <a:avLst/>
          </a:prstGeom>
          <a:noFill/>
          <a:ln/>
        </p:spPr>
        <p:txBody>
          <a:bodyPr wrap="square" lIns="0" tIns="0" rIns="0" bIns="0" rtlCol="0" anchor="ctr"/>
          <a:lstStyle/>
          <a:p>
            <a:pPr indent="0" marL="0">
              <a:buNone/>
            </a:pPr>
            <a:r>
              <a:rPr lang="en-US" sz="2300" b="1" dirty="0">
                <a:solidFill>
                  <a:schemeClr val="accent1"/>
                </a:solidFill>
              </a:rPr>
              <a:t>+3 ft</a:t>
            </a:r>
            <a:endParaRPr lang="en-US" sz="23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lIns="0" tIns="0" rIns="0" bIns="0" rtlCol="0" anchor="ctr"/>
          <a:lstStyle/>
          <a:p>
            <a:pPr algn="ctr" indent="0" marL="0">
              <a:buNone/>
            </a:pPr>
            <a:r>
              <a:rPr lang="en-US" sz="4000" b="1" spc="-100" kern="0" dirty="0">
                <a:solidFill>
                  <a:schemeClr val="tx1"/>
                </a:solidFill>
              </a:rPr>
              <a:t>Four Engines, How Much Combined Power?</a:t>
            </a:r>
            <a:endParaRPr lang="en-US" sz="4000" dirty="0"/>
          </a:p>
        </p:txBody>
      </p:sp>
      <p:sp>
        <p:nvSpPr>
          <p:cNvPr id="3" name="Text 0"/>
          <p:cNvSpPr/>
          <p:nvPr>
            <p:ph idx="101" type="body" hasCustomPrompt="1"/>
          </p:nvPr>
        </p:nvSpPr>
        <p:spPr>
          <a:xfrm>
            <a:off x="731520" y="1554480"/>
            <a:ext cx="10728655" cy="548640"/>
          </a:xfrm>
          <a:prstGeom prst="rect">
            <a:avLst/>
          </a:prstGeom>
          <a:noFill/>
          <a:ln/>
        </p:spPr>
        <p:txBody>
          <a:bodyPr wrap="square" lIns="0" tIns="0" rIns="0" bIns="0" rtlCol="0" anchor="t"/>
          <a:lstStyle/>
          <a:p>
            <a:pPr algn="ctr" indent="0" marL="0">
              <a:buNone/>
            </a:pPr>
            <a:r>
              <a:rPr lang="en-US" sz="3000" dirty="0">
                <a:solidFill>
                  <a:schemeClr val="tx2"/>
                </a:solidFill>
              </a:rPr>
              <a:t>Wright R-3350 · 18 cylinders each</a:t>
            </a:r>
            <a:endParaRPr lang="en-US" sz="3000" dirty="0"/>
          </a:p>
        </p:txBody>
      </p:sp>
      <p:sp>
        <p:nvSpPr>
          <p:cNvPr id="4" name="Text 0"/>
          <p:cNvSpPr/>
          <p:nvPr>
            <p:ph idx="102" type="body" hasCustomPrompt="1"/>
          </p:nvPr>
        </p:nvSpPr>
        <p:spPr>
          <a:xfrm>
            <a:off x="731520" y="5486400"/>
            <a:ext cx="10728655" cy="777240"/>
          </a:xfrm>
          <a:prstGeom prst="rect">
            <a:avLst/>
          </a:prstGeom>
          <a:noFill/>
          <a:ln/>
        </p:spPr>
        <p:txBody>
          <a:bodyPr wrap="square" lIns="0" tIns="0" rIns="0" bIns="0" rtlCol="0" anchor="ctr"/>
          <a:lstStyle/>
          <a:p>
            <a:pPr algn="ctr" indent="0" marL="0">
              <a:buNone/>
            </a:pPr>
            <a:r>
              <a:rPr lang="en-US" sz="3400" dirty="0">
                <a:solidFill>
                  <a:schemeClr val="tx1"/>
                </a:solidFill>
              </a:rPr>
              <a:t>Four × 3,400 hp ≈ 13,600 hp</a:t>
            </a:r>
            <a:endParaRPr lang="en-US" sz="3400" dirty="0"/>
          </a:p>
        </p:txBody>
      </p:sp>
      <p:sp>
        <p:nvSpPr>
          <p:cNvPr id="5" name="Text 49"/>
          <p:cNvSpPr txBox="1"/>
          <p:nvPr/>
        </p:nvSpPr>
        <p:spPr>
          <a:xfrm>
            <a:off x="746608" y="2377440"/>
            <a:ext cx="1554480" cy="274320"/>
          </a:xfrm>
          <a:prstGeom prst="rect">
            <a:avLst/>
          </a:prstGeom>
          <a:noFill/>
          <a:ln/>
        </p:spPr>
        <p:txBody>
          <a:bodyPr wrap="square" lIns="0" tIns="0" rIns="0" bIns="0" rtlCol="0" anchor="ctr"/>
          <a:lstStyle/>
          <a:p>
            <a:pPr algn="ctr" indent="0" marL="0">
              <a:buNone/>
            </a:pPr>
            <a:r>
              <a:rPr lang="en-US" sz="2000" b="1" spc="300" kern="0" dirty="0">
                <a:solidFill>
                  <a:schemeClr val="tx2"/>
                </a:solidFill>
              </a:rPr>
              <a:t>ENGINE 1</a:t>
            </a:r>
            <a:endParaRPr lang="en-US" sz="2000" dirty="0"/>
          </a:p>
        </p:txBody>
      </p:sp>
      <p:sp>
        <p:nvSpPr>
          <p:cNvPr id="6" name="Circle 50"/>
          <p:cNvSpPr/>
          <p:nvPr/>
        </p:nvSpPr>
        <p:spPr>
          <a:xfrm>
            <a:off x="746608" y="2788920"/>
            <a:ext cx="1554480" cy="1554480"/>
          </a:xfrm>
          <a:prstGeom prst="ellipse">
            <a:avLst/>
          </a:prstGeom>
          <a:solidFill>
            <a:schemeClr val="bg2"/>
          </a:solidFill>
          <a:ln/>
        </p:spPr>
      </p:sp>
      <p:sp>
        <p:nvSpPr>
          <p:cNvPr id="7" name="Text 51"/>
          <p:cNvSpPr txBox="1"/>
          <p:nvPr/>
        </p:nvSpPr>
        <p:spPr>
          <a:xfrm>
            <a:off x="746608" y="3154680"/>
            <a:ext cx="1554480" cy="502920"/>
          </a:xfrm>
          <a:prstGeom prst="rect">
            <a:avLst/>
          </a:prstGeom>
          <a:noFill/>
          <a:ln/>
        </p:spPr>
        <p:txBody>
          <a:bodyPr wrap="square" lIns="0" tIns="0" rIns="0" bIns="0" rtlCol="0" anchor="ctr"/>
          <a:lstStyle/>
          <a:p>
            <a:pPr algn="ctr" indent="0" marL="0">
              <a:buNone/>
            </a:pPr>
            <a:r>
              <a:rPr lang="en-US" sz="4200" b="1" spc="-100" kern="0" dirty="0">
                <a:solidFill>
                  <a:schemeClr val="tx1"/>
                </a:solidFill>
              </a:rPr>
              <a:t>3,400</a:t>
            </a:r>
            <a:endParaRPr lang="en-US" sz="4200" dirty="0"/>
          </a:p>
        </p:txBody>
      </p:sp>
      <p:sp>
        <p:nvSpPr>
          <p:cNvPr id="8" name="Text 52"/>
          <p:cNvSpPr txBox="1"/>
          <p:nvPr/>
        </p:nvSpPr>
        <p:spPr>
          <a:xfrm>
            <a:off x="746608" y="3675888"/>
            <a:ext cx="1554480" cy="274320"/>
          </a:xfrm>
          <a:prstGeom prst="rect">
            <a:avLst/>
          </a:prstGeom>
          <a:noFill/>
          <a:ln/>
        </p:spPr>
        <p:txBody>
          <a:bodyPr wrap="square" lIns="0" tIns="0" rIns="0" bIns="0" rtlCol="0" anchor="ctr"/>
          <a:lstStyle/>
          <a:p>
            <a:pPr algn="ctr" indent="0" marL="0">
              <a:buNone/>
            </a:pPr>
            <a:r>
              <a:rPr lang="en-US" sz="2300" dirty="0">
                <a:solidFill>
                  <a:schemeClr val="tx2"/>
                </a:solidFill>
              </a:rPr>
              <a:t>hp</a:t>
            </a:r>
            <a:endParaRPr lang="en-US" sz="2300" dirty="0"/>
          </a:p>
        </p:txBody>
      </p:sp>
      <p:sp>
        <p:nvSpPr>
          <p:cNvPr id="9" name="Text 53"/>
          <p:cNvSpPr txBox="1"/>
          <p:nvPr/>
        </p:nvSpPr>
        <p:spPr>
          <a:xfrm>
            <a:off x="2301088" y="3291840"/>
            <a:ext cx="457200" cy="548640"/>
          </a:xfrm>
          <a:prstGeom prst="rect">
            <a:avLst/>
          </a:prstGeom>
          <a:noFill/>
          <a:ln/>
        </p:spPr>
        <p:txBody>
          <a:bodyPr wrap="square" lIns="0" tIns="0" rIns="0" bIns="0" rtlCol="0" anchor="ctr"/>
          <a:lstStyle/>
          <a:p>
            <a:pPr algn="ctr" indent="0" marL="0">
              <a:buNone/>
            </a:pPr>
            <a:r>
              <a:rPr lang="en-US" sz="3900" dirty="0">
                <a:solidFill>
                  <a:schemeClr val="tx2"/>
                </a:solidFill>
              </a:rPr>
              <a:t>+</a:t>
            </a:r>
            <a:endParaRPr lang="en-US" sz="3900" dirty="0"/>
          </a:p>
        </p:txBody>
      </p:sp>
      <p:sp>
        <p:nvSpPr>
          <p:cNvPr id="10" name="Text 54"/>
          <p:cNvSpPr txBox="1"/>
          <p:nvPr/>
        </p:nvSpPr>
        <p:spPr>
          <a:xfrm>
            <a:off x="2758288" y="2377440"/>
            <a:ext cx="1554480" cy="274320"/>
          </a:xfrm>
          <a:prstGeom prst="rect">
            <a:avLst/>
          </a:prstGeom>
          <a:noFill/>
          <a:ln/>
        </p:spPr>
        <p:txBody>
          <a:bodyPr wrap="square" lIns="0" tIns="0" rIns="0" bIns="0" rtlCol="0" anchor="ctr"/>
          <a:lstStyle/>
          <a:p>
            <a:pPr algn="ctr" indent="0" marL="0">
              <a:buNone/>
            </a:pPr>
            <a:r>
              <a:rPr lang="en-US" sz="2000" b="1" spc="300" kern="0" dirty="0">
                <a:solidFill>
                  <a:schemeClr val="tx2"/>
                </a:solidFill>
              </a:rPr>
              <a:t>ENGINE 2</a:t>
            </a:r>
            <a:endParaRPr lang="en-US" sz="2000" dirty="0"/>
          </a:p>
        </p:txBody>
      </p:sp>
      <p:sp>
        <p:nvSpPr>
          <p:cNvPr id="11" name="Circle 55"/>
          <p:cNvSpPr/>
          <p:nvPr/>
        </p:nvSpPr>
        <p:spPr>
          <a:xfrm>
            <a:off x="2758288" y="2788920"/>
            <a:ext cx="1554480" cy="1554480"/>
          </a:xfrm>
          <a:prstGeom prst="ellipse">
            <a:avLst/>
          </a:prstGeom>
          <a:solidFill>
            <a:schemeClr val="bg2"/>
          </a:solidFill>
          <a:ln/>
        </p:spPr>
      </p:sp>
      <p:sp>
        <p:nvSpPr>
          <p:cNvPr id="12" name="Text 56"/>
          <p:cNvSpPr txBox="1"/>
          <p:nvPr/>
        </p:nvSpPr>
        <p:spPr>
          <a:xfrm>
            <a:off x="2758288" y="3154680"/>
            <a:ext cx="1554480" cy="502920"/>
          </a:xfrm>
          <a:prstGeom prst="rect">
            <a:avLst/>
          </a:prstGeom>
          <a:noFill/>
          <a:ln/>
        </p:spPr>
        <p:txBody>
          <a:bodyPr wrap="square" lIns="0" tIns="0" rIns="0" bIns="0" rtlCol="0" anchor="ctr"/>
          <a:lstStyle/>
          <a:p>
            <a:pPr algn="ctr" indent="0" marL="0">
              <a:buNone/>
            </a:pPr>
            <a:r>
              <a:rPr lang="en-US" sz="4200" b="1" spc="-100" kern="0" dirty="0">
                <a:solidFill>
                  <a:schemeClr val="tx1"/>
                </a:solidFill>
              </a:rPr>
              <a:t>3,400</a:t>
            </a:r>
            <a:endParaRPr lang="en-US" sz="4200" dirty="0"/>
          </a:p>
        </p:txBody>
      </p:sp>
      <p:sp>
        <p:nvSpPr>
          <p:cNvPr id="13" name="Text 57"/>
          <p:cNvSpPr txBox="1"/>
          <p:nvPr/>
        </p:nvSpPr>
        <p:spPr>
          <a:xfrm>
            <a:off x="2758288" y="3675888"/>
            <a:ext cx="1554480" cy="274320"/>
          </a:xfrm>
          <a:prstGeom prst="rect">
            <a:avLst/>
          </a:prstGeom>
          <a:noFill/>
          <a:ln/>
        </p:spPr>
        <p:txBody>
          <a:bodyPr wrap="square" lIns="0" tIns="0" rIns="0" bIns="0" rtlCol="0" anchor="ctr"/>
          <a:lstStyle/>
          <a:p>
            <a:pPr algn="ctr" indent="0" marL="0">
              <a:buNone/>
            </a:pPr>
            <a:r>
              <a:rPr lang="en-US" sz="2300" dirty="0">
                <a:solidFill>
                  <a:schemeClr val="tx2"/>
                </a:solidFill>
              </a:rPr>
              <a:t>hp</a:t>
            </a:r>
            <a:endParaRPr lang="en-US" sz="2300" dirty="0"/>
          </a:p>
        </p:txBody>
      </p:sp>
      <p:sp>
        <p:nvSpPr>
          <p:cNvPr id="14" name="Text 58"/>
          <p:cNvSpPr txBox="1"/>
          <p:nvPr/>
        </p:nvSpPr>
        <p:spPr>
          <a:xfrm>
            <a:off x="4312768" y="3291840"/>
            <a:ext cx="457200" cy="548640"/>
          </a:xfrm>
          <a:prstGeom prst="rect">
            <a:avLst/>
          </a:prstGeom>
          <a:noFill/>
          <a:ln/>
        </p:spPr>
        <p:txBody>
          <a:bodyPr wrap="square" lIns="0" tIns="0" rIns="0" bIns="0" rtlCol="0" anchor="ctr"/>
          <a:lstStyle/>
          <a:p>
            <a:pPr algn="ctr" indent="0" marL="0">
              <a:buNone/>
            </a:pPr>
            <a:r>
              <a:rPr lang="en-US" sz="3900" dirty="0">
                <a:solidFill>
                  <a:schemeClr val="tx2"/>
                </a:solidFill>
              </a:rPr>
              <a:t>+</a:t>
            </a:r>
            <a:endParaRPr lang="en-US" sz="3900" dirty="0"/>
          </a:p>
        </p:txBody>
      </p:sp>
      <p:sp>
        <p:nvSpPr>
          <p:cNvPr id="15" name="Text 59"/>
          <p:cNvSpPr txBox="1"/>
          <p:nvPr/>
        </p:nvSpPr>
        <p:spPr>
          <a:xfrm>
            <a:off x="4769968" y="2377440"/>
            <a:ext cx="1554480" cy="274320"/>
          </a:xfrm>
          <a:prstGeom prst="rect">
            <a:avLst/>
          </a:prstGeom>
          <a:noFill/>
          <a:ln/>
        </p:spPr>
        <p:txBody>
          <a:bodyPr wrap="square" lIns="0" tIns="0" rIns="0" bIns="0" rtlCol="0" anchor="ctr"/>
          <a:lstStyle/>
          <a:p>
            <a:pPr algn="ctr" indent="0" marL="0">
              <a:buNone/>
            </a:pPr>
            <a:r>
              <a:rPr lang="en-US" sz="2000" b="1" spc="300" kern="0" dirty="0">
                <a:solidFill>
                  <a:schemeClr val="tx2"/>
                </a:solidFill>
              </a:rPr>
              <a:t>ENGINE 3</a:t>
            </a:r>
            <a:endParaRPr lang="en-US" sz="2000" dirty="0"/>
          </a:p>
        </p:txBody>
      </p:sp>
      <p:sp>
        <p:nvSpPr>
          <p:cNvPr id="16" name="Circle 60"/>
          <p:cNvSpPr/>
          <p:nvPr/>
        </p:nvSpPr>
        <p:spPr>
          <a:xfrm>
            <a:off x="4769968" y="2788920"/>
            <a:ext cx="1554480" cy="1554480"/>
          </a:xfrm>
          <a:prstGeom prst="ellipse">
            <a:avLst/>
          </a:prstGeom>
          <a:solidFill>
            <a:schemeClr val="bg2"/>
          </a:solidFill>
          <a:ln/>
        </p:spPr>
      </p:sp>
      <p:sp>
        <p:nvSpPr>
          <p:cNvPr id="17" name="Text 61"/>
          <p:cNvSpPr txBox="1"/>
          <p:nvPr/>
        </p:nvSpPr>
        <p:spPr>
          <a:xfrm>
            <a:off x="4769968" y="3154680"/>
            <a:ext cx="1554480" cy="502920"/>
          </a:xfrm>
          <a:prstGeom prst="rect">
            <a:avLst/>
          </a:prstGeom>
          <a:noFill/>
          <a:ln/>
        </p:spPr>
        <p:txBody>
          <a:bodyPr wrap="square" lIns="0" tIns="0" rIns="0" bIns="0" rtlCol="0" anchor="ctr"/>
          <a:lstStyle/>
          <a:p>
            <a:pPr algn="ctr" indent="0" marL="0">
              <a:buNone/>
            </a:pPr>
            <a:r>
              <a:rPr lang="en-US" sz="4200" b="1" spc="-100" kern="0" dirty="0">
                <a:solidFill>
                  <a:schemeClr val="tx1"/>
                </a:solidFill>
              </a:rPr>
              <a:t>3,400</a:t>
            </a:r>
            <a:endParaRPr lang="en-US" sz="4200" dirty="0"/>
          </a:p>
        </p:txBody>
      </p:sp>
      <p:sp>
        <p:nvSpPr>
          <p:cNvPr id="18" name="Text 62"/>
          <p:cNvSpPr txBox="1"/>
          <p:nvPr/>
        </p:nvSpPr>
        <p:spPr>
          <a:xfrm>
            <a:off x="4769968" y="3675888"/>
            <a:ext cx="1554480" cy="274320"/>
          </a:xfrm>
          <a:prstGeom prst="rect">
            <a:avLst/>
          </a:prstGeom>
          <a:noFill/>
          <a:ln/>
        </p:spPr>
        <p:txBody>
          <a:bodyPr wrap="square" lIns="0" tIns="0" rIns="0" bIns="0" rtlCol="0" anchor="ctr"/>
          <a:lstStyle/>
          <a:p>
            <a:pPr algn="ctr" indent="0" marL="0">
              <a:buNone/>
            </a:pPr>
            <a:r>
              <a:rPr lang="en-US" sz="2300" dirty="0">
                <a:solidFill>
                  <a:schemeClr val="tx2"/>
                </a:solidFill>
              </a:rPr>
              <a:t>hp</a:t>
            </a:r>
            <a:endParaRPr lang="en-US" sz="2300" dirty="0"/>
          </a:p>
        </p:txBody>
      </p:sp>
      <p:sp>
        <p:nvSpPr>
          <p:cNvPr id="19" name="Text 63"/>
          <p:cNvSpPr txBox="1"/>
          <p:nvPr/>
        </p:nvSpPr>
        <p:spPr>
          <a:xfrm>
            <a:off x="6324448" y="3291840"/>
            <a:ext cx="457200" cy="548640"/>
          </a:xfrm>
          <a:prstGeom prst="rect">
            <a:avLst/>
          </a:prstGeom>
          <a:noFill/>
          <a:ln/>
        </p:spPr>
        <p:txBody>
          <a:bodyPr wrap="square" lIns="0" tIns="0" rIns="0" bIns="0" rtlCol="0" anchor="ctr"/>
          <a:lstStyle/>
          <a:p>
            <a:pPr algn="ctr" indent="0" marL="0">
              <a:buNone/>
            </a:pPr>
            <a:r>
              <a:rPr lang="en-US" sz="3900" dirty="0">
                <a:solidFill>
                  <a:schemeClr val="tx2"/>
                </a:solidFill>
              </a:rPr>
              <a:t>+</a:t>
            </a:r>
            <a:endParaRPr lang="en-US" sz="3900" dirty="0"/>
          </a:p>
        </p:txBody>
      </p:sp>
      <p:sp>
        <p:nvSpPr>
          <p:cNvPr id="20" name="Text 64"/>
          <p:cNvSpPr txBox="1"/>
          <p:nvPr/>
        </p:nvSpPr>
        <p:spPr>
          <a:xfrm>
            <a:off x="6781648" y="2377440"/>
            <a:ext cx="1554480" cy="274320"/>
          </a:xfrm>
          <a:prstGeom prst="rect">
            <a:avLst/>
          </a:prstGeom>
          <a:noFill/>
          <a:ln/>
        </p:spPr>
        <p:txBody>
          <a:bodyPr wrap="square" lIns="0" tIns="0" rIns="0" bIns="0" rtlCol="0" anchor="ctr"/>
          <a:lstStyle/>
          <a:p>
            <a:pPr algn="ctr" indent="0" marL="0">
              <a:buNone/>
            </a:pPr>
            <a:r>
              <a:rPr lang="en-US" sz="2000" b="1" spc="300" kern="0" dirty="0">
                <a:solidFill>
                  <a:schemeClr val="tx2"/>
                </a:solidFill>
              </a:rPr>
              <a:t>ENGINE 4</a:t>
            </a:r>
            <a:endParaRPr lang="en-US" sz="2000" dirty="0"/>
          </a:p>
        </p:txBody>
      </p:sp>
      <p:sp>
        <p:nvSpPr>
          <p:cNvPr id="21" name="Circle 65"/>
          <p:cNvSpPr/>
          <p:nvPr/>
        </p:nvSpPr>
        <p:spPr>
          <a:xfrm>
            <a:off x="6781648" y="2788920"/>
            <a:ext cx="1554480" cy="1554480"/>
          </a:xfrm>
          <a:prstGeom prst="ellipse">
            <a:avLst/>
          </a:prstGeom>
          <a:solidFill>
            <a:schemeClr val="bg2"/>
          </a:solidFill>
          <a:ln/>
        </p:spPr>
      </p:sp>
      <p:sp>
        <p:nvSpPr>
          <p:cNvPr id="22" name="Text 66"/>
          <p:cNvSpPr txBox="1"/>
          <p:nvPr/>
        </p:nvSpPr>
        <p:spPr>
          <a:xfrm>
            <a:off x="6781648" y="3154680"/>
            <a:ext cx="1554480" cy="502920"/>
          </a:xfrm>
          <a:prstGeom prst="rect">
            <a:avLst/>
          </a:prstGeom>
          <a:noFill/>
          <a:ln/>
        </p:spPr>
        <p:txBody>
          <a:bodyPr wrap="square" lIns="0" tIns="0" rIns="0" bIns="0" rtlCol="0" anchor="ctr"/>
          <a:lstStyle/>
          <a:p>
            <a:pPr algn="ctr" indent="0" marL="0">
              <a:buNone/>
            </a:pPr>
            <a:r>
              <a:rPr lang="en-US" sz="4200" b="1" spc="-100" kern="0" dirty="0">
                <a:solidFill>
                  <a:schemeClr val="tx1"/>
                </a:solidFill>
              </a:rPr>
              <a:t>3,400</a:t>
            </a:r>
            <a:endParaRPr lang="en-US" sz="4200" dirty="0"/>
          </a:p>
        </p:txBody>
      </p:sp>
      <p:sp>
        <p:nvSpPr>
          <p:cNvPr id="23" name="Text 67"/>
          <p:cNvSpPr txBox="1"/>
          <p:nvPr/>
        </p:nvSpPr>
        <p:spPr>
          <a:xfrm>
            <a:off x="6781648" y="3675888"/>
            <a:ext cx="1554480" cy="274320"/>
          </a:xfrm>
          <a:prstGeom prst="rect">
            <a:avLst/>
          </a:prstGeom>
          <a:noFill/>
          <a:ln/>
        </p:spPr>
        <p:txBody>
          <a:bodyPr wrap="square" lIns="0" tIns="0" rIns="0" bIns="0" rtlCol="0" anchor="ctr"/>
          <a:lstStyle/>
          <a:p>
            <a:pPr algn="ctr" indent="0" marL="0">
              <a:buNone/>
            </a:pPr>
            <a:r>
              <a:rPr lang="en-US" sz="2300" dirty="0">
                <a:solidFill>
                  <a:schemeClr val="tx2"/>
                </a:solidFill>
              </a:rPr>
              <a:t>hp</a:t>
            </a:r>
            <a:endParaRPr lang="en-US" sz="2300" dirty="0"/>
          </a:p>
        </p:txBody>
      </p:sp>
      <p:sp>
        <p:nvSpPr>
          <p:cNvPr id="24" name="Text 68"/>
          <p:cNvSpPr txBox="1"/>
          <p:nvPr/>
        </p:nvSpPr>
        <p:spPr>
          <a:xfrm>
            <a:off x="8336128" y="3291840"/>
            <a:ext cx="457200" cy="548640"/>
          </a:xfrm>
          <a:prstGeom prst="rect">
            <a:avLst/>
          </a:prstGeom>
          <a:noFill/>
          <a:ln/>
        </p:spPr>
        <p:txBody>
          <a:bodyPr wrap="square" lIns="0" tIns="0" rIns="0" bIns="0" rtlCol="0" anchor="ctr"/>
          <a:lstStyle/>
          <a:p>
            <a:pPr algn="ctr" indent="0" marL="0">
              <a:buNone/>
            </a:pPr>
            <a:r>
              <a:rPr lang="en-US" sz="3900" dirty="0">
                <a:solidFill>
                  <a:schemeClr val="tx2"/>
                </a:solidFill>
              </a:rPr>
              <a:t>=</a:t>
            </a:r>
            <a:endParaRPr lang="en-US" sz="3900" dirty="0"/>
          </a:p>
        </p:txBody>
      </p:sp>
      <p:sp>
        <p:nvSpPr>
          <p:cNvPr id="25" name="Text 69"/>
          <p:cNvSpPr txBox="1"/>
          <p:nvPr/>
        </p:nvSpPr>
        <p:spPr>
          <a:xfrm>
            <a:off x="8793328" y="3017520"/>
            <a:ext cx="2651760" cy="731520"/>
          </a:xfrm>
          <a:prstGeom prst="rect">
            <a:avLst/>
          </a:prstGeom>
          <a:noFill/>
          <a:ln/>
        </p:spPr>
        <p:txBody>
          <a:bodyPr wrap="square" lIns="0" tIns="0" rIns="0" bIns="0" rtlCol="0" anchor="ctr"/>
          <a:lstStyle/>
          <a:p>
            <a:pPr algn="ctr" indent="0" marL="0">
              <a:buNone/>
            </a:pPr>
            <a:r>
              <a:rPr lang="en-US" sz="6000" b="1" spc="-200" kern="0" dirty="0">
                <a:solidFill>
                  <a:schemeClr val="accent1"/>
                </a:solidFill>
              </a:rPr>
              <a:t>13,600</a:t>
            </a:r>
            <a:endParaRPr lang="en-US" sz="6000" dirty="0"/>
          </a:p>
        </p:txBody>
      </p:sp>
      <p:sp>
        <p:nvSpPr>
          <p:cNvPr id="26" name="Text 70"/>
          <p:cNvSpPr txBox="1"/>
          <p:nvPr/>
        </p:nvSpPr>
        <p:spPr>
          <a:xfrm>
            <a:off x="8793328" y="3794760"/>
            <a:ext cx="2651760" cy="274320"/>
          </a:xfrm>
          <a:prstGeom prst="rect">
            <a:avLst/>
          </a:prstGeom>
          <a:noFill/>
          <a:ln/>
        </p:spPr>
        <p:txBody>
          <a:bodyPr wrap="square" lIns="0" tIns="0" rIns="0" bIns="0" rtlCol="0" anchor="ctr"/>
          <a:lstStyle/>
          <a:p>
            <a:pPr algn="ctr" indent="0" marL="0">
              <a:buNone/>
            </a:pPr>
            <a:r>
              <a:rPr lang="en-US" sz="2300" dirty="0">
                <a:solidFill>
                  <a:schemeClr val="tx2"/>
                </a:solidFill>
              </a:rPr>
              <a:t>hp</a:t>
            </a:r>
            <a:endParaRPr lang="en-US" sz="23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lIns="0" tIns="0" rIns="0" bIns="0" rtlCol="0" anchor="ctr"/>
          <a:lstStyle/>
          <a:p>
            <a:pPr algn="ctr" indent="0" marL="0">
              <a:buNone/>
            </a:pPr>
            <a:r>
              <a:rPr lang="en-US" sz="4000" b="1" spc="-100" kern="0" dirty="0">
                <a:solidFill>
                  <a:schemeClr val="tx1"/>
                </a:solidFill>
              </a:rPr>
              <a:t>One Minute, About Eight Kilometers</a:t>
            </a:r>
            <a:endParaRPr lang="en-US" sz="4000" dirty="0"/>
          </a:p>
        </p:txBody>
      </p:sp>
      <p:sp>
        <p:nvSpPr>
          <p:cNvPr id="3" name="Text 0"/>
          <p:cNvSpPr/>
          <p:nvPr>
            <p:ph idx="101" type="body" hasCustomPrompt="1"/>
          </p:nvPr>
        </p:nvSpPr>
        <p:spPr>
          <a:xfrm>
            <a:off x="731520" y="1554480"/>
            <a:ext cx="10728655" cy="548640"/>
          </a:xfrm>
          <a:prstGeom prst="rect">
            <a:avLst/>
          </a:prstGeom>
          <a:noFill/>
          <a:ln/>
        </p:spPr>
        <p:txBody>
          <a:bodyPr wrap="square" lIns="0" tIns="0" rIns="0" bIns="0" rtlCol="0" anchor="t"/>
          <a:lstStyle/>
          <a:p>
            <a:pPr algn="ctr" indent="0" marL="0">
              <a:buNone/>
            </a:pPr>
            <a:r>
              <a:rPr lang="en-US" sz="3000" dirty="0">
                <a:solidFill>
                  <a:schemeClr val="tx2"/>
                </a:solidFill>
              </a:rPr>
              <a:t>Cruising at roughly 480–500 km/h</a:t>
            </a:r>
            <a:endParaRPr lang="en-US" sz="3000" dirty="0"/>
          </a:p>
        </p:txBody>
      </p:sp>
      <p:sp>
        <p:nvSpPr>
          <p:cNvPr id="4" name="Text 0"/>
          <p:cNvSpPr/>
          <p:nvPr>
            <p:ph idx="102" type="body" hasCustomPrompt="1"/>
          </p:nvPr>
        </p:nvSpPr>
        <p:spPr>
          <a:xfrm>
            <a:off x="731520" y="5486400"/>
            <a:ext cx="10728655" cy="777240"/>
          </a:xfrm>
          <a:prstGeom prst="rect">
            <a:avLst/>
          </a:prstGeom>
          <a:noFill/>
          <a:ln/>
        </p:spPr>
        <p:txBody>
          <a:bodyPr wrap="square" lIns="0" tIns="0" rIns="0" bIns="0" rtlCol="0" anchor="ctr"/>
          <a:lstStyle/>
          <a:p>
            <a:pPr algn="ctr" indent="0" marL="0">
              <a:buNone/>
            </a:pPr>
            <a:r>
              <a:rPr lang="en-US" sz="3400" dirty="0">
                <a:solidFill>
                  <a:schemeClr val="tx1"/>
                </a:solidFill>
              </a:rPr>
              <a:t>Speed you can feel</a:t>
            </a:r>
            <a:endParaRPr lang="en-US" sz="3400" dirty="0"/>
          </a:p>
        </p:txBody>
      </p:sp>
      <p:sp>
        <p:nvSpPr>
          <p:cNvPr id="5" name="Text 71"/>
          <p:cNvSpPr txBox="1"/>
          <p:nvPr/>
        </p:nvSpPr>
        <p:spPr>
          <a:xfrm>
            <a:off x="822960" y="2880360"/>
            <a:ext cx="1920240" cy="960120"/>
          </a:xfrm>
          <a:prstGeom prst="rect">
            <a:avLst/>
          </a:prstGeom>
          <a:noFill/>
          <a:ln/>
        </p:spPr>
        <p:txBody>
          <a:bodyPr wrap="square" lIns="0" tIns="0" rIns="0" bIns="0" rtlCol="0" anchor="ctr"/>
          <a:lstStyle/>
          <a:p>
            <a:pPr algn="ctr" indent="0" marL="0">
              <a:buNone/>
            </a:pPr>
            <a:r>
              <a:rPr lang="en-US" sz="8700" b="1" spc="-300" kern="0" dirty="0">
                <a:solidFill>
                  <a:schemeClr val="tx1"/>
                </a:solidFill>
              </a:rPr>
              <a:t>60</a:t>
            </a:r>
            <a:endParaRPr lang="en-US" sz="8700" dirty="0"/>
          </a:p>
        </p:txBody>
      </p:sp>
      <p:sp>
        <p:nvSpPr>
          <p:cNvPr id="6" name="Text 72"/>
          <p:cNvSpPr txBox="1"/>
          <p:nvPr/>
        </p:nvSpPr>
        <p:spPr>
          <a:xfrm>
            <a:off x="822960" y="3904488"/>
            <a:ext cx="1920240" cy="320040"/>
          </a:xfrm>
          <a:prstGeom prst="rect">
            <a:avLst/>
          </a:prstGeom>
          <a:noFill/>
          <a:ln/>
        </p:spPr>
        <p:txBody>
          <a:bodyPr wrap="square" lIns="0" tIns="0" rIns="0" bIns="0" rtlCol="0" anchor="ctr"/>
          <a:lstStyle/>
          <a:p>
            <a:pPr algn="ctr" indent="0" marL="0">
              <a:buNone/>
            </a:pPr>
            <a:r>
              <a:rPr lang="en-US" sz="2600" dirty="0">
                <a:solidFill>
                  <a:schemeClr val="tx2"/>
                </a:solidFill>
              </a:rPr>
              <a:t>seconds</a:t>
            </a:r>
            <a:endParaRPr lang="en-US" sz="2600" dirty="0"/>
          </a:p>
        </p:txBody>
      </p:sp>
      <p:sp>
        <p:nvSpPr>
          <p:cNvPr id="7" name="Rounded 73"/>
          <p:cNvSpPr/>
          <p:nvPr/>
        </p:nvSpPr>
        <p:spPr>
          <a:xfrm>
            <a:off x="3291840" y="3429000"/>
            <a:ext cx="804672" cy="365760"/>
          </a:xfrm>
          <a:prstGeom prst="roundRect">
            <a:avLst>
              <a:gd name="adj" fmla="val 15000"/>
            </a:avLst>
          </a:prstGeom>
          <a:solidFill>
            <a:schemeClr val="accent1"/>
          </a:solidFill>
          <a:ln/>
        </p:spPr>
      </p:sp>
      <p:sp>
        <p:nvSpPr>
          <p:cNvPr id="8" name="Text 74"/>
          <p:cNvSpPr txBox="1"/>
          <p:nvPr/>
        </p:nvSpPr>
        <p:spPr>
          <a:xfrm>
            <a:off x="3291840" y="3904488"/>
            <a:ext cx="804672" cy="292608"/>
          </a:xfrm>
          <a:prstGeom prst="rect">
            <a:avLst/>
          </a:prstGeom>
          <a:noFill/>
          <a:ln/>
        </p:spPr>
        <p:txBody>
          <a:bodyPr wrap="square" lIns="0" tIns="0" rIns="0" bIns="0" rtlCol="0" anchor="ctr"/>
          <a:lstStyle/>
          <a:p>
            <a:pPr algn="ctr" indent="0" marL="0">
              <a:buNone/>
            </a:pPr>
            <a:r>
              <a:rPr lang="en-US" sz="2300" dirty="0">
                <a:solidFill>
                  <a:schemeClr val="tx2"/>
                </a:solidFill>
              </a:rPr>
              <a:t>1</a:t>
            </a:r>
            <a:endParaRPr lang="en-US" sz="2300" dirty="0"/>
          </a:p>
        </p:txBody>
      </p:sp>
      <p:sp>
        <p:nvSpPr>
          <p:cNvPr id="9" name="Rounded 75"/>
          <p:cNvSpPr/>
          <p:nvPr/>
        </p:nvSpPr>
        <p:spPr>
          <a:xfrm>
            <a:off x="4169664" y="3429000"/>
            <a:ext cx="804672" cy="365760"/>
          </a:xfrm>
          <a:prstGeom prst="roundRect">
            <a:avLst>
              <a:gd name="adj" fmla="val 15000"/>
            </a:avLst>
          </a:prstGeom>
          <a:solidFill>
            <a:schemeClr val="accent1"/>
          </a:solidFill>
          <a:ln/>
        </p:spPr>
      </p:sp>
      <p:sp>
        <p:nvSpPr>
          <p:cNvPr id="10" name="Text 76"/>
          <p:cNvSpPr txBox="1"/>
          <p:nvPr/>
        </p:nvSpPr>
        <p:spPr>
          <a:xfrm>
            <a:off x="4169664" y="3904488"/>
            <a:ext cx="804672" cy="292608"/>
          </a:xfrm>
          <a:prstGeom prst="rect">
            <a:avLst/>
          </a:prstGeom>
          <a:noFill/>
          <a:ln/>
        </p:spPr>
        <p:txBody>
          <a:bodyPr wrap="square" lIns="0" tIns="0" rIns="0" bIns="0" rtlCol="0" anchor="ctr"/>
          <a:lstStyle/>
          <a:p>
            <a:pPr algn="ctr" indent="0" marL="0">
              <a:buNone/>
            </a:pPr>
            <a:r>
              <a:rPr lang="en-US" sz="2300" dirty="0">
                <a:solidFill>
                  <a:schemeClr val="tx2"/>
                </a:solidFill>
              </a:rPr>
              <a:t>2</a:t>
            </a:r>
            <a:endParaRPr lang="en-US" sz="2300" dirty="0"/>
          </a:p>
        </p:txBody>
      </p:sp>
      <p:sp>
        <p:nvSpPr>
          <p:cNvPr id="11" name="Rounded 77"/>
          <p:cNvSpPr/>
          <p:nvPr/>
        </p:nvSpPr>
        <p:spPr>
          <a:xfrm>
            <a:off x="5047488" y="3429000"/>
            <a:ext cx="804672" cy="365760"/>
          </a:xfrm>
          <a:prstGeom prst="roundRect">
            <a:avLst>
              <a:gd name="adj" fmla="val 15000"/>
            </a:avLst>
          </a:prstGeom>
          <a:solidFill>
            <a:schemeClr val="accent1"/>
          </a:solidFill>
          <a:ln/>
        </p:spPr>
      </p:sp>
      <p:sp>
        <p:nvSpPr>
          <p:cNvPr id="12" name="Text 78"/>
          <p:cNvSpPr txBox="1"/>
          <p:nvPr/>
        </p:nvSpPr>
        <p:spPr>
          <a:xfrm>
            <a:off x="5047488" y="3904488"/>
            <a:ext cx="804672" cy="292608"/>
          </a:xfrm>
          <a:prstGeom prst="rect">
            <a:avLst/>
          </a:prstGeom>
          <a:noFill/>
          <a:ln/>
        </p:spPr>
        <p:txBody>
          <a:bodyPr wrap="square" lIns="0" tIns="0" rIns="0" bIns="0" rtlCol="0" anchor="ctr"/>
          <a:lstStyle/>
          <a:p>
            <a:pPr algn="ctr" indent="0" marL="0">
              <a:buNone/>
            </a:pPr>
            <a:r>
              <a:rPr lang="en-US" sz="2300" dirty="0">
                <a:solidFill>
                  <a:schemeClr val="tx2"/>
                </a:solidFill>
              </a:rPr>
              <a:t>3</a:t>
            </a:r>
            <a:endParaRPr lang="en-US" sz="2300" dirty="0"/>
          </a:p>
        </p:txBody>
      </p:sp>
      <p:sp>
        <p:nvSpPr>
          <p:cNvPr id="13" name="Rounded 79"/>
          <p:cNvSpPr/>
          <p:nvPr/>
        </p:nvSpPr>
        <p:spPr>
          <a:xfrm>
            <a:off x="5925312" y="3429000"/>
            <a:ext cx="804672" cy="365760"/>
          </a:xfrm>
          <a:prstGeom prst="roundRect">
            <a:avLst>
              <a:gd name="adj" fmla="val 15000"/>
            </a:avLst>
          </a:prstGeom>
          <a:solidFill>
            <a:schemeClr val="accent1"/>
          </a:solidFill>
          <a:ln/>
        </p:spPr>
      </p:sp>
      <p:sp>
        <p:nvSpPr>
          <p:cNvPr id="14" name="Text 80"/>
          <p:cNvSpPr txBox="1"/>
          <p:nvPr/>
        </p:nvSpPr>
        <p:spPr>
          <a:xfrm>
            <a:off x="5925312" y="3904488"/>
            <a:ext cx="804672" cy="292608"/>
          </a:xfrm>
          <a:prstGeom prst="rect">
            <a:avLst/>
          </a:prstGeom>
          <a:noFill/>
          <a:ln/>
        </p:spPr>
        <p:txBody>
          <a:bodyPr wrap="square" lIns="0" tIns="0" rIns="0" bIns="0" rtlCol="0" anchor="ctr"/>
          <a:lstStyle/>
          <a:p>
            <a:pPr algn="ctr" indent="0" marL="0">
              <a:buNone/>
            </a:pPr>
            <a:r>
              <a:rPr lang="en-US" sz="2300" dirty="0">
                <a:solidFill>
                  <a:schemeClr val="tx2"/>
                </a:solidFill>
              </a:rPr>
              <a:t>4</a:t>
            </a:r>
            <a:endParaRPr lang="en-US" sz="2300" dirty="0"/>
          </a:p>
        </p:txBody>
      </p:sp>
      <p:sp>
        <p:nvSpPr>
          <p:cNvPr id="15" name="Rounded 81"/>
          <p:cNvSpPr/>
          <p:nvPr/>
        </p:nvSpPr>
        <p:spPr>
          <a:xfrm>
            <a:off x="6803136" y="3429000"/>
            <a:ext cx="804672" cy="365760"/>
          </a:xfrm>
          <a:prstGeom prst="roundRect">
            <a:avLst>
              <a:gd name="adj" fmla="val 15000"/>
            </a:avLst>
          </a:prstGeom>
          <a:solidFill>
            <a:schemeClr val="accent1"/>
          </a:solidFill>
          <a:ln/>
        </p:spPr>
      </p:sp>
      <p:sp>
        <p:nvSpPr>
          <p:cNvPr id="16" name="Text 82"/>
          <p:cNvSpPr txBox="1"/>
          <p:nvPr/>
        </p:nvSpPr>
        <p:spPr>
          <a:xfrm>
            <a:off x="6803136" y="3904488"/>
            <a:ext cx="804672" cy="292608"/>
          </a:xfrm>
          <a:prstGeom prst="rect">
            <a:avLst/>
          </a:prstGeom>
          <a:noFill/>
          <a:ln/>
        </p:spPr>
        <p:txBody>
          <a:bodyPr wrap="square" lIns="0" tIns="0" rIns="0" bIns="0" rtlCol="0" anchor="ctr"/>
          <a:lstStyle/>
          <a:p>
            <a:pPr algn="ctr" indent="0" marL="0">
              <a:buNone/>
            </a:pPr>
            <a:r>
              <a:rPr lang="en-US" sz="2300" dirty="0">
                <a:solidFill>
                  <a:schemeClr val="tx2"/>
                </a:solidFill>
              </a:rPr>
              <a:t>5</a:t>
            </a:r>
            <a:endParaRPr lang="en-US" sz="2300" dirty="0"/>
          </a:p>
        </p:txBody>
      </p:sp>
      <p:sp>
        <p:nvSpPr>
          <p:cNvPr id="17" name="Rounded 83"/>
          <p:cNvSpPr/>
          <p:nvPr/>
        </p:nvSpPr>
        <p:spPr>
          <a:xfrm>
            <a:off x="7680960" y="3429000"/>
            <a:ext cx="804672" cy="365760"/>
          </a:xfrm>
          <a:prstGeom prst="roundRect">
            <a:avLst>
              <a:gd name="adj" fmla="val 15000"/>
            </a:avLst>
          </a:prstGeom>
          <a:solidFill>
            <a:schemeClr val="accent1"/>
          </a:solidFill>
          <a:ln/>
        </p:spPr>
      </p:sp>
      <p:sp>
        <p:nvSpPr>
          <p:cNvPr id="18" name="Text 84"/>
          <p:cNvSpPr txBox="1"/>
          <p:nvPr/>
        </p:nvSpPr>
        <p:spPr>
          <a:xfrm>
            <a:off x="7680960" y="3904488"/>
            <a:ext cx="804672" cy="292608"/>
          </a:xfrm>
          <a:prstGeom prst="rect">
            <a:avLst/>
          </a:prstGeom>
          <a:noFill/>
          <a:ln/>
        </p:spPr>
        <p:txBody>
          <a:bodyPr wrap="square" lIns="0" tIns="0" rIns="0" bIns="0" rtlCol="0" anchor="ctr"/>
          <a:lstStyle/>
          <a:p>
            <a:pPr algn="ctr" indent="0" marL="0">
              <a:buNone/>
            </a:pPr>
            <a:r>
              <a:rPr lang="en-US" sz="2300" dirty="0">
                <a:solidFill>
                  <a:schemeClr val="tx2"/>
                </a:solidFill>
              </a:rPr>
              <a:t>6</a:t>
            </a:r>
            <a:endParaRPr lang="en-US" sz="2300" dirty="0"/>
          </a:p>
        </p:txBody>
      </p:sp>
      <p:sp>
        <p:nvSpPr>
          <p:cNvPr id="19" name="Rounded 85"/>
          <p:cNvSpPr/>
          <p:nvPr/>
        </p:nvSpPr>
        <p:spPr>
          <a:xfrm>
            <a:off x="8558784" y="3429000"/>
            <a:ext cx="804672" cy="365760"/>
          </a:xfrm>
          <a:prstGeom prst="roundRect">
            <a:avLst>
              <a:gd name="adj" fmla="val 15000"/>
            </a:avLst>
          </a:prstGeom>
          <a:solidFill>
            <a:schemeClr val="accent1"/>
          </a:solidFill>
          <a:ln/>
        </p:spPr>
      </p:sp>
      <p:sp>
        <p:nvSpPr>
          <p:cNvPr id="20" name="Text 86"/>
          <p:cNvSpPr txBox="1"/>
          <p:nvPr/>
        </p:nvSpPr>
        <p:spPr>
          <a:xfrm>
            <a:off x="8558784" y="3904488"/>
            <a:ext cx="804672" cy="292608"/>
          </a:xfrm>
          <a:prstGeom prst="rect">
            <a:avLst/>
          </a:prstGeom>
          <a:noFill/>
          <a:ln/>
        </p:spPr>
        <p:txBody>
          <a:bodyPr wrap="square" lIns="0" tIns="0" rIns="0" bIns="0" rtlCol="0" anchor="ctr"/>
          <a:lstStyle/>
          <a:p>
            <a:pPr algn="ctr" indent="0" marL="0">
              <a:buNone/>
            </a:pPr>
            <a:r>
              <a:rPr lang="en-US" sz="2300" dirty="0">
                <a:solidFill>
                  <a:schemeClr val="tx2"/>
                </a:solidFill>
              </a:rPr>
              <a:t>7</a:t>
            </a:r>
            <a:endParaRPr lang="en-US" sz="2300" dirty="0"/>
          </a:p>
        </p:txBody>
      </p:sp>
      <p:sp>
        <p:nvSpPr>
          <p:cNvPr id="21" name="Rounded 87"/>
          <p:cNvSpPr/>
          <p:nvPr/>
        </p:nvSpPr>
        <p:spPr>
          <a:xfrm>
            <a:off x="9436608" y="3429000"/>
            <a:ext cx="804672" cy="365760"/>
          </a:xfrm>
          <a:prstGeom prst="roundRect">
            <a:avLst>
              <a:gd name="adj" fmla="val 15000"/>
            </a:avLst>
          </a:prstGeom>
          <a:solidFill>
            <a:schemeClr val="accent1"/>
          </a:solidFill>
          <a:ln/>
        </p:spPr>
      </p:sp>
      <p:sp>
        <p:nvSpPr>
          <p:cNvPr id="22" name="Text 88"/>
          <p:cNvSpPr txBox="1"/>
          <p:nvPr/>
        </p:nvSpPr>
        <p:spPr>
          <a:xfrm>
            <a:off x="9436608" y="3904488"/>
            <a:ext cx="804672" cy="292608"/>
          </a:xfrm>
          <a:prstGeom prst="rect">
            <a:avLst/>
          </a:prstGeom>
          <a:noFill/>
          <a:ln/>
        </p:spPr>
        <p:txBody>
          <a:bodyPr wrap="square" lIns="0" tIns="0" rIns="0" bIns="0" rtlCol="0" anchor="ctr"/>
          <a:lstStyle/>
          <a:p>
            <a:pPr algn="ctr" indent="0" marL="0">
              <a:buNone/>
            </a:pPr>
            <a:r>
              <a:rPr lang="en-US" sz="2300" dirty="0">
                <a:solidFill>
                  <a:schemeClr val="tx2"/>
                </a:solidFill>
              </a:rPr>
              <a:t>8</a:t>
            </a:r>
            <a:endParaRPr lang="en-US" sz="2300" dirty="0"/>
          </a:p>
        </p:txBody>
      </p:sp>
      <p:sp>
        <p:nvSpPr>
          <p:cNvPr id="23" name="Text 89"/>
          <p:cNvSpPr txBox="1"/>
          <p:nvPr/>
        </p:nvSpPr>
        <p:spPr>
          <a:xfrm>
            <a:off x="10332720" y="3904488"/>
            <a:ext cx="548640" cy="292608"/>
          </a:xfrm>
          <a:prstGeom prst="rect">
            <a:avLst/>
          </a:prstGeom>
          <a:noFill/>
          <a:ln/>
        </p:spPr>
        <p:txBody>
          <a:bodyPr wrap="square" lIns="0" tIns="0" rIns="0" bIns="0" rtlCol="0" anchor="ctr"/>
          <a:lstStyle/>
          <a:p>
            <a:pPr indent="0" marL="0">
              <a:buNone/>
            </a:pPr>
            <a:r>
              <a:rPr lang="en-US" sz="2300" dirty="0">
                <a:solidFill>
                  <a:schemeClr val="tx2"/>
                </a:solidFill>
              </a:rPr>
              <a:t>km</a:t>
            </a:r>
            <a:endParaRPr lang="en-US" sz="2300" dirty="0"/>
          </a:p>
        </p:txBody>
      </p:sp>
      <p:pic>
        <p:nvPicPr>
          <p:cNvPr id="24" name="Icon 90" descr="preencoded.png">    </p:cNvPr>
          <p:cNvPicPr>
            <a:picLocks noChangeAspect="1"/>
          </p:cNvPicPr>
          <p:nvPr/>
        </p:nvPicPr>
        <p:blipFill>
          <a:blip r:embed="rId1"/>
          <a:stretch>
            <a:fillRect/>
          </a:stretch>
        </p:blipFill>
        <p:spPr>
          <a:xfrm rot="5400000">
            <a:off x="10424160" y="3374136"/>
            <a:ext cx="475488" cy="475488"/>
          </a:xfrm>
          <a:prstGeom prst="rect">
            <a:avLst/>
          </a:prstGeom>
        </p:spPr>
      </p:pic>
      <p:sp>
        <p:nvSpPr>
          <p:cNvPr id="25" name="Text 91"/>
          <p:cNvSpPr txBox="1"/>
          <p:nvPr/>
        </p:nvSpPr>
        <p:spPr>
          <a:xfrm>
            <a:off x="3291840" y="2286000"/>
            <a:ext cx="6949440" cy="640080"/>
          </a:xfrm>
          <a:prstGeom prst="rect">
            <a:avLst/>
          </a:prstGeom>
          <a:noFill/>
          <a:ln/>
        </p:spPr>
        <p:txBody>
          <a:bodyPr wrap="square" lIns="0" tIns="0" rIns="0" bIns="0" rtlCol="0" anchor="ctr"/>
          <a:lstStyle/>
          <a:p>
            <a:pPr algn="r" indent="0" marL="0">
              <a:buNone/>
            </a:pPr>
            <a:r>
              <a:rPr lang="en-US" sz="4700" b="1" spc="-100" kern="0" dirty="0">
                <a:solidFill>
                  <a:schemeClr val="tx1"/>
                </a:solidFill>
              </a:rPr>
              <a:t>≈ 8 km</a:t>
            </a:r>
            <a:endParaRPr lang="en-US" sz="47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lIns="0" tIns="0" rIns="0" bIns="0" rtlCol="0" anchor="ctr"/>
          <a:lstStyle/>
          <a:p>
            <a:pPr algn="ctr" indent="0" marL="0">
              <a:buNone/>
            </a:pPr>
            <a:r>
              <a:rPr lang="en-US" sz="4000" b="1" spc="-100" kern="0" dirty="0">
                <a:solidFill>
                  <a:schemeClr val="tx1"/>
                </a:solidFill>
              </a:rPr>
              <a:t>Fuel Economy</a:t>
            </a:r>
            <a:endParaRPr lang="en-US" sz="4000" dirty="0"/>
          </a:p>
        </p:txBody>
      </p:sp>
      <p:sp>
        <p:nvSpPr>
          <p:cNvPr id="3" name="Text 0"/>
          <p:cNvSpPr/>
          <p:nvPr>
            <p:ph idx="101" type="body" hasCustomPrompt="1"/>
          </p:nvPr>
        </p:nvSpPr>
        <p:spPr>
          <a:xfrm>
            <a:off x="731520" y="1554480"/>
            <a:ext cx="10728655" cy="548640"/>
          </a:xfrm>
          <a:prstGeom prst="rect">
            <a:avLst/>
          </a:prstGeom>
          <a:noFill/>
          <a:ln/>
        </p:spPr>
        <p:txBody>
          <a:bodyPr wrap="square" lIns="0" tIns="0" rIns="0" bIns="0" rtlCol="0" anchor="t"/>
          <a:lstStyle/>
          <a:p>
            <a:pPr algn="ctr" indent="0" marL="0">
              <a:buNone/>
            </a:pPr>
            <a:r>
              <a:rPr lang="en-US" sz="3000" dirty="0">
                <a:solidFill>
                  <a:schemeClr val="tx2"/>
                </a:solidFill>
              </a:rPr>
              <a:t>Four big piston engines, a very long way</a:t>
            </a:r>
            <a:endParaRPr lang="en-US" sz="3000" dirty="0"/>
          </a:p>
        </p:txBody>
      </p:sp>
      <p:sp>
        <p:nvSpPr>
          <p:cNvPr id="4" name="Text 0"/>
          <p:cNvSpPr/>
          <p:nvPr>
            <p:ph idx="102" type="body" hasCustomPrompt="1"/>
          </p:nvPr>
        </p:nvSpPr>
        <p:spPr>
          <a:xfrm>
            <a:off x="731520" y="5486400"/>
            <a:ext cx="10728655" cy="777240"/>
          </a:xfrm>
          <a:prstGeom prst="rect">
            <a:avLst/>
          </a:prstGeom>
          <a:noFill/>
          <a:ln/>
        </p:spPr>
        <p:txBody>
          <a:bodyPr wrap="square" lIns="0" tIns="0" rIns="0" bIns="0" rtlCol="0" anchor="ctr"/>
          <a:lstStyle/>
          <a:p>
            <a:pPr algn="ctr" indent="0" marL="0">
              <a:buNone/>
            </a:pPr>
            <a:r>
              <a:rPr lang="en-US" sz="3400" dirty="0">
                <a:solidFill>
                  <a:schemeClr val="tx1"/>
                </a:solidFill>
              </a:rPr>
              <a:t>About a bathtub of fuel every 60 km</a:t>
            </a:r>
            <a:endParaRPr lang="en-US" sz="3400" dirty="0"/>
          </a:p>
        </p:txBody>
      </p:sp>
      <p:sp>
        <p:nvSpPr>
          <p:cNvPr id="5" name="Rounded 92"/>
          <p:cNvSpPr/>
          <p:nvPr/>
        </p:nvSpPr>
        <p:spPr>
          <a:xfrm>
            <a:off x="883768" y="2240280"/>
            <a:ext cx="3291840" cy="2926080"/>
          </a:xfrm>
          <a:prstGeom prst="roundRect">
            <a:avLst>
              <a:gd name="adj" fmla="val 6875"/>
            </a:avLst>
          </a:prstGeom>
          <a:solidFill>
            <a:schemeClr val="bg2"/>
          </a:solidFill>
          <a:ln/>
        </p:spPr>
      </p:sp>
      <p:sp>
        <p:nvSpPr>
          <p:cNvPr id="6" name="Text 93"/>
          <p:cNvSpPr txBox="1"/>
          <p:nvPr/>
        </p:nvSpPr>
        <p:spPr>
          <a:xfrm>
            <a:off x="975208" y="2971800"/>
            <a:ext cx="3108960" cy="914400"/>
          </a:xfrm>
          <a:prstGeom prst="rect">
            <a:avLst/>
          </a:prstGeom>
          <a:noFill/>
          <a:ln/>
        </p:spPr>
        <p:txBody>
          <a:bodyPr wrap="square" lIns="0" tIns="0" rIns="0" bIns="0" rtlCol="0" anchor="ctr"/>
          <a:lstStyle/>
          <a:p>
            <a:pPr algn="ctr" indent="0" marL="0">
              <a:buNone/>
            </a:pPr>
            <a:r>
              <a:rPr lang="en-US" sz="4900" b="1" spc="-200" kern="0" dirty="0">
                <a:solidFill>
                  <a:schemeClr val="tx1"/>
                </a:solidFill>
              </a:rPr>
              <a:t>36,000 L</a:t>
            </a:r>
            <a:endParaRPr lang="en-US" sz="4900" dirty="0"/>
          </a:p>
        </p:txBody>
      </p:sp>
      <p:sp>
        <p:nvSpPr>
          <p:cNvPr id="7" name="Text 94"/>
          <p:cNvSpPr txBox="1"/>
          <p:nvPr/>
        </p:nvSpPr>
        <p:spPr>
          <a:xfrm>
            <a:off x="975208" y="3931920"/>
            <a:ext cx="3108960" cy="822960"/>
          </a:xfrm>
          <a:prstGeom prst="rect">
            <a:avLst/>
          </a:prstGeom>
          <a:noFill/>
          <a:ln/>
        </p:spPr>
        <p:txBody>
          <a:bodyPr wrap="square" lIns="0" tIns="0" rIns="0" bIns="0" rtlCol="0" anchor="t"/>
          <a:lstStyle/>
          <a:p>
            <a:pPr algn="ctr" indent="0" marL="0">
              <a:lnSpc>
                <a:spcPct val="110000"/>
              </a:lnSpc>
              <a:buNone/>
            </a:pPr>
            <a:r>
              <a:rPr lang="en-US" sz="2900" dirty="0">
                <a:solidFill>
                  <a:schemeClr val="tx2"/>
                </a:solidFill>
              </a:rPr>
              <a:t>fuel on board</a:t>
            </a:r>
            <a:endParaRPr lang="en-US" sz="2900" dirty="0"/>
          </a:p>
        </p:txBody>
      </p:sp>
      <p:sp>
        <p:nvSpPr>
          <p:cNvPr id="8" name="Rounded 95"/>
          <p:cNvSpPr/>
          <p:nvPr/>
        </p:nvSpPr>
        <p:spPr>
          <a:xfrm>
            <a:off x="4449928" y="2240280"/>
            <a:ext cx="3291840" cy="2926080"/>
          </a:xfrm>
          <a:prstGeom prst="roundRect">
            <a:avLst>
              <a:gd name="adj" fmla="val 6875"/>
            </a:avLst>
          </a:prstGeom>
          <a:solidFill>
            <a:schemeClr val="bg2"/>
          </a:solidFill>
          <a:ln/>
        </p:spPr>
      </p:sp>
      <p:sp>
        <p:nvSpPr>
          <p:cNvPr id="9" name="Text 96"/>
          <p:cNvSpPr txBox="1"/>
          <p:nvPr/>
        </p:nvSpPr>
        <p:spPr>
          <a:xfrm>
            <a:off x="4541368" y="2971800"/>
            <a:ext cx="3108960" cy="914400"/>
          </a:xfrm>
          <a:prstGeom prst="rect">
            <a:avLst/>
          </a:prstGeom>
          <a:noFill/>
          <a:ln/>
        </p:spPr>
        <p:txBody>
          <a:bodyPr wrap="square" lIns="0" tIns="0" rIns="0" bIns="0" rtlCol="0" anchor="ctr"/>
          <a:lstStyle/>
          <a:p>
            <a:pPr algn="ctr" indent="0" marL="0">
              <a:buNone/>
            </a:pPr>
            <a:r>
              <a:rPr lang="en-US" sz="4900" b="1" spc="-200" kern="0" dirty="0">
                <a:solidFill>
                  <a:schemeClr val="tx1"/>
                </a:solidFill>
              </a:rPr>
              <a:t>10,000 km</a:t>
            </a:r>
            <a:endParaRPr lang="en-US" sz="4900" dirty="0"/>
          </a:p>
        </p:txBody>
      </p:sp>
      <p:sp>
        <p:nvSpPr>
          <p:cNvPr id="10" name="Text 97"/>
          <p:cNvSpPr txBox="1"/>
          <p:nvPr/>
        </p:nvSpPr>
        <p:spPr>
          <a:xfrm>
            <a:off x="4541368" y="3931920"/>
            <a:ext cx="3108960" cy="822960"/>
          </a:xfrm>
          <a:prstGeom prst="rect">
            <a:avLst/>
          </a:prstGeom>
          <a:noFill/>
          <a:ln/>
        </p:spPr>
        <p:txBody>
          <a:bodyPr wrap="square" lIns="0" tIns="0" rIns="0" bIns="0" rtlCol="0" anchor="t"/>
          <a:lstStyle/>
          <a:p>
            <a:pPr algn="ctr" indent="0" marL="0">
              <a:lnSpc>
                <a:spcPct val="110000"/>
              </a:lnSpc>
              <a:buNone/>
            </a:pPr>
            <a:r>
              <a:rPr lang="en-US" sz="2900" dirty="0">
                <a:solidFill>
                  <a:schemeClr val="tx2"/>
                </a:solidFill>
              </a:rPr>
              <a:t>range</a:t>
            </a:r>
            <a:endParaRPr lang="en-US" sz="2900" dirty="0"/>
          </a:p>
        </p:txBody>
      </p:sp>
      <p:sp>
        <p:nvSpPr>
          <p:cNvPr id="11" name="Rounded 98"/>
          <p:cNvSpPr/>
          <p:nvPr/>
        </p:nvSpPr>
        <p:spPr>
          <a:xfrm>
            <a:off x="8016088" y="2240280"/>
            <a:ext cx="3291840" cy="2926080"/>
          </a:xfrm>
          <a:prstGeom prst="roundRect">
            <a:avLst>
              <a:gd name="adj" fmla="val 6875"/>
            </a:avLst>
          </a:prstGeom>
          <a:solidFill>
            <a:schemeClr val="bg2"/>
          </a:solidFill>
          <a:ln/>
        </p:spPr>
      </p:sp>
      <p:sp>
        <p:nvSpPr>
          <p:cNvPr id="12" name="Text 99"/>
          <p:cNvSpPr txBox="1"/>
          <p:nvPr/>
        </p:nvSpPr>
        <p:spPr>
          <a:xfrm>
            <a:off x="8107528" y="2971800"/>
            <a:ext cx="3108960" cy="914400"/>
          </a:xfrm>
          <a:prstGeom prst="rect">
            <a:avLst/>
          </a:prstGeom>
          <a:noFill/>
          <a:ln/>
        </p:spPr>
        <p:txBody>
          <a:bodyPr wrap="square" lIns="0" tIns="0" rIns="0" bIns="0" rtlCol="0" anchor="ctr"/>
          <a:lstStyle/>
          <a:p>
            <a:pPr algn="ctr" indent="0" marL="0">
              <a:buNone/>
            </a:pPr>
            <a:r>
              <a:rPr lang="en-US" sz="4900" b="1" spc="-200" kern="0" dirty="0">
                <a:solidFill>
                  <a:schemeClr val="accent1"/>
                </a:solidFill>
              </a:rPr>
              <a:t>3.6 L/km</a:t>
            </a:r>
            <a:endParaRPr lang="en-US" sz="4900" dirty="0"/>
          </a:p>
        </p:txBody>
      </p:sp>
      <p:sp>
        <p:nvSpPr>
          <p:cNvPr id="13" name="Text 100"/>
          <p:cNvSpPr txBox="1"/>
          <p:nvPr/>
        </p:nvSpPr>
        <p:spPr>
          <a:xfrm>
            <a:off x="8107528" y="3931920"/>
            <a:ext cx="3108960" cy="822960"/>
          </a:xfrm>
          <a:prstGeom prst="rect">
            <a:avLst/>
          </a:prstGeom>
          <a:noFill/>
          <a:ln/>
        </p:spPr>
        <p:txBody>
          <a:bodyPr wrap="square" lIns="0" tIns="0" rIns="0" bIns="0" rtlCol="0" anchor="t"/>
          <a:lstStyle/>
          <a:p>
            <a:pPr algn="ctr" indent="0" marL="0">
              <a:lnSpc>
                <a:spcPct val="110000"/>
              </a:lnSpc>
              <a:buNone/>
            </a:pPr>
            <a:r>
              <a:rPr lang="en-US" sz="2900" dirty="0">
                <a:solidFill>
                  <a:schemeClr val="tx2"/>
                </a:solidFill>
              </a:rPr>
              <a:t>at full range</a:t>
            </a:r>
            <a:endParaRPr lang="en-US" sz="29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lIns="0" tIns="0" rIns="0" bIns="0" rtlCol="0" anchor="ctr"/>
          <a:lstStyle/>
          <a:p>
            <a:pPr algn="ctr" indent="0" marL="0">
              <a:buNone/>
            </a:pPr>
            <a:r>
              <a:rPr lang="en-US" sz="4000" b="1" spc="-100" kern="0" dirty="0">
                <a:solidFill>
                  <a:schemeClr val="tx1"/>
                </a:solidFill>
              </a:rPr>
              <a:t>After-Market: €150m to Bring One Back</a:t>
            </a:r>
            <a:endParaRPr lang="en-US" sz="4000" dirty="0"/>
          </a:p>
        </p:txBody>
      </p:sp>
      <p:sp>
        <p:nvSpPr>
          <p:cNvPr id="3" name="Text 0"/>
          <p:cNvSpPr/>
          <p:nvPr>
            <p:ph idx="101" type="body" hasCustomPrompt="1"/>
          </p:nvPr>
        </p:nvSpPr>
        <p:spPr>
          <a:xfrm>
            <a:off x="731520" y="5486400"/>
            <a:ext cx="10728655" cy="777240"/>
          </a:xfrm>
          <a:prstGeom prst="rect">
            <a:avLst/>
          </a:prstGeom>
          <a:noFill/>
          <a:ln/>
        </p:spPr>
        <p:txBody>
          <a:bodyPr wrap="square" lIns="0" tIns="0" rIns="0" bIns="0" rtlCol="0" anchor="ctr"/>
          <a:lstStyle/>
          <a:p>
            <a:pPr algn="ctr" indent="0" marL="0">
              <a:buNone/>
            </a:pPr>
            <a:r>
              <a:rPr lang="en-US" sz="3400" dirty="0">
                <a:solidFill>
                  <a:schemeClr val="tx1"/>
                </a:solidFill>
              </a:rPr>
              <a:t>From returning to the skies, to a static display</a:t>
            </a:r>
            <a:endParaRPr lang="en-US" sz="3400" dirty="0"/>
          </a:p>
        </p:txBody>
      </p:sp>
      <p:sp>
        <p:nvSpPr>
          <p:cNvPr id="4" name="Text 101"/>
          <p:cNvSpPr txBox="1"/>
          <p:nvPr/>
        </p:nvSpPr>
        <p:spPr>
          <a:xfrm>
            <a:off x="914400" y="1691640"/>
            <a:ext cx="10362895" cy="1005840"/>
          </a:xfrm>
          <a:prstGeom prst="rect">
            <a:avLst/>
          </a:prstGeom>
          <a:noFill/>
          <a:ln/>
        </p:spPr>
        <p:txBody>
          <a:bodyPr wrap="square" lIns="0" tIns="0" rIns="0" bIns="0" rtlCol="0" anchor="ctr"/>
          <a:lstStyle/>
          <a:p>
            <a:pPr algn="ctr" indent="0" marL="0">
              <a:buNone/>
            </a:pPr>
            <a:r>
              <a:rPr lang="en-US" sz="7600" b="1" spc="-250" kern="0" dirty="0">
                <a:solidFill>
                  <a:schemeClr val="tx1"/>
                </a:solidFill>
              </a:rPr>
              <a:t>€150 million</a:t>
            </a:r>
            <a:endParaRPr lang="en-US" sz="7600" dirty="0"/>
          </a:p>
        </p:txBody>
      </p:sp>
      <p:sp>
        <p:nvSpPr>
          <p:cNvPr id="5" name="Text 102"/>
          <p:cNvSpPr txBox="1"/>
          <p:nvPr/>
        </p:nvSpPr>
        <p:spPr>
          <a:xfrm>
            <a:off x="914400" y="2743200"/>
            <a:ext cx="10362895" cy="365760"/>
          </a:xfrm>
          <a:prstGeom prst="rect">
            <a:avLst/>
          </a:prstGeom>
          <a:noFill/>
          <a:ln/>
        </p:spPr>
        <p:txBody>
          <a:bodyPr wrap="square" lIns="0" tIns="0" rIns="0" bIns="0" rtlCol="0" anchor="ctr"/>
          <a:lstStyle/>
          <a:p>
            <a:pPr algn="ctr" indent="0" marL="0">
              <a:buNone/>
            </a:pPr>
            <a:r>
              <a:rPr lang="en-US" sz="2900" dirty="0">
                <a:solidFill>
                  <a:schemeClr val="tx2"/>
                </a:solidFill>
              </a:rPr>
              <a:t>Lufthansa Super Star restoration, 2007–2019</a:t>
            </a:r>
            <a:endParaRPr lang="en-US" sz="2900" dirty="0"/>
          </a:p>
        </p:txBody>
      </p:sp>
      <p:sp>
        <p:nvSpPr>
          <p:cNvPr id="6" name="Line 103"/>
          <p:cNvSpPr/>
          <p:nvPr/>
        </p:nvSpPr>
        <p:spPr>
          <a:xfrm>
            <a:off x="1737360" y="4069080"/>
            <a:ext cx="8714232" cy="0"/>
          </a:xfrm>
          <a:prstGeom prst="line">
            <a:avLst/>
          </a:prstGeom>
          <a:noFill/>
          <a:ln w="12700">
            <a:solidFill>
              <a:schemeClr val="accent2"/>
            </a:solidFill>
            <a:prstDash val="solid"/>
          </a:ln>
        </p:spPr>
      </p:sp>
      <p:sp>
        <p:nvSpPr>
          <p:cNvPr id="7" name="Circle 104"/>
          <p:cNvSpPr/>
          <p:nvPr/>
        </p:nvSpPr>
        <p:spPr>
          <a:xfrm>
            <a:off x="1636776" y="3968496"/>
            <a:ext cx="201168" cy="201168"/>
          </a:xfrm>
          <a:prstGeom prst="ellipse">
            <a:avLst/>
          </a:prstGeom>
          <a:solidFill>
            <a:schemeClr val="accent5"/>
          </a:solidFill>
          <a:ln/>
        </p:spPr>
      </p:sp>
      <p:sp>
        <p:nvSpPr>
          <p:cNvPr id="8" name="Text 105"/>
          <p:cNvSpPr txBox="1"/>
          <p:nvPr/>
        </p:nvSpPr>
        <p:spPr>
          <a:xfrm>
            <a:off x="457200" y="3337560"/>
            <a:ext cx="2560320" cy="502920"/>
          </a:xfrm>
          <a:prstGeom prst="rect">
            <a:avLst/>
          </a:prstGeom>
          <a:noFill/>
          <a:ln/>
        </p:spPr>
        <p:txBody>
          <a:bodyPr wrap="square" lIns="0" tIns="0" rIns="0" bIns="0" rtlCol="0" anchor="ctr"/>
          <a:lstStyle/>
          <a:p>
            <a:pPr algn="ctr" indent="0" marL="0">
              <a:buNone/>
            </a:pPr>
            <a:r>
              <a:rPr lang="en-US" sz="3600" b="1" spc="-50" kern="0" dirty="0">
                <a:solidFill>
                  <a:schemeClr val="tx1"/>
                </a:solidFill>
              </a:rPr>
              <a:t>2007</a:t>
            </a:r>
            <a:endParaRPr lang="en-US" sz="3600" dirty="0"/>
          </a:p>
        </p:txBody>
      </p:sp>
      <p:sp>
        <p:nvSpPr>
          <p:cNvPr id="9" name="Text 106"/>
          <p:cNvSpPr txBox="1"/>
          <p:nvPr/>
        </p:nvSpPr>
        <p:spPr>
          <a:xfrm>
            <a:off x="457200" y="4343400"/>
            <a:ext cx="2560320" cy="640080"/>
          </a:xfrm>
          <a:prstGeom prst="rect">
            <a:avLst/>
          </a:prstGeom>
          <a:noFill/>
          <a:ln/>
        </p:spPr>
        <p:txBody>
          <a:bodyPr wrap="square" lIns="0" tIns="0" rIns="0" bIns="0" rtlCol="0" anchor="t"/>
          <a:lstStyle/>
          <a:p>
            <a:pPr algn="ctr" indent="0" marL="0">
              <a:buNone/>
            </a:pPr>
            <a:r>
              <a:rPr lang="en-US" sz="2600" dirty="0">
                <a:solidFill>
                  <a:schemeClr val="tx2"/>
                </a:solidFill>
              </a:rPr>
              <a:t>Purchased</a:t>
            </a:r>
            <a:endParaRPr lang="en-US" sz="2600" dirty="0"/>
          </a:p>
        </p:txBody>
      </p:sp>
      <p:sp>
        <p:nvSpPr>
          <p:cNvPr id="10" name="Circle 107"/>
          <p:cNvSpPr/>
          <p:nvPr/>
        </p:nvSpPr>
        <p:spPr>
          <a:xfrm>
            <a:off x="4541520" y="3968496"/>
            <a:ext cx="201168" cy="201168"/>
          </a:xfrm>
          <a:prstGeom prst="ellipse">
            <a:avLst/>
          </a:prstGeom>
          <a:solidFill>
            <a:schemeClr val="accent5"/>
          </a:solidFill>
          <a:ln/>
        </p:spPr>
      </p:sp>
      <p:sp>
        <p:nvSpPr>
          <p:cNvPr id="11" name="Text 108"/>
          <p:cNvSpPr txBox="1"/>
          <p:nvPr/>
        </p:nvSpPr>
        <p:spPr>
          <a:xfrm>
            <a:off x="3361944" y="3337560"/>
            <a:ext cx="2560320" cy="502920"/>
          </a:xfrm>
          <a:prstGeom prst="rect">
            <a:avLst/>
          </a:prstGeom>
          <a:noFill/>
          <a:ln/>
        </p:spPr>
        <p:txBody>
          <a:bodyPr wrap="square" lIns="0" tIns="0" rIns="0" bIns="0" rtlCol="0" anchor="ctr"/>
          <a:lstStyle/>
          <a:p>
            <a:pPr algn="ctr" indent="0" marL="0">
              <a:buNone/>
            </a:pPr>
            <a:r>
              <a:rPr lang="en-US" sz="3600" b="1" spc="-50" kern="0" dirty="0">
                <a:solidFill>
                  <a:schemeClr val="tx1"/>
                </a:solidFill>
              </a:rPr>
              <a:t>2018</a:t>
            </a:r>
            <a:endParaRPr lang="en-US" sz="3600" dirty="0"/>
          </a:p>
        </p:txBody>
      </p:sp>
      <p:sp>
        <p:nvSpPr>
          <p:cNvPr id="12" name="Text 109"/>
          <p:cNvSpPr txBox="1"/>
          <p:nvPr/>
        </p:nvSpPr>
        <p:spPr>
          <a:xfrm>
            <a:off x="3361944" y="4343400"/>
            <a:ext cx="2560320" cy="640080"/>
          </a:xfrm>
          <a:prstGeom prst="rect">
            <a:avLst/>
          </a:prstGeom>
          <a:noFill/>
          <a:ln/>
        </p:spPr>
        <p:txBody>
          <a:bodyPr wrap="square" lIns="0" tIns="0" rIns="0" bIns="0" rtlCol="0" anchor="t"/>
          <a:lstStyle/>
          <a:p>
            <a:pPr algn="ctr" indent="0" marL="0">
              <a:buNone/>
            </a:pPr>
            <a:r>
              <a:rPr lang="en-US" sz="2600" dirty="0">
                <a:solidFill>
                  <a:schemeClr val="tx2"/>
                </a:solidFill>
              </a:rPr>
              <a:t>Flight plan halted</a:t>
            </a:r>
            <a:endParaRPr lang="en-US" sz="2600" dirty="0"/>
          </a:p>
        </p:txBody>
      </p:sp>
      <p:sp>
        <p:nvSpPr>
          <p:cNvPr id="13" name="Circle 110"/>
          <p:cNvSpPr/>
          <p:nvPr/>
        </p:nvSpPr>
        <p:spPr>
          <a:xfrm>
            <a:off x="7446264" y="3968496"/>
            <a:ext cx="201168" cy="201168"/>
          </a:xfrm>
          <a:prstGeom prst="ellipse">
            <a:avLst/>
          </a:prstGeom>
          <a:solidFill>
            <a:schemeClr val="accent5"/>
          </a:solidFill>
          <a:ln/>
        </p:spPr>
      </p:sp>
      <p:sp>
        <p:nvSpPr>
          <p:cNvPr id="14" name="Text 111"/>
          <p:cNvSpPr txBox="1"/>
          <p:nvPr/>
        </p:nvSpPr>
        <p:spPr>
          <a:xfrm>
            <a:off x="6266688" y="3337560"/>
            <a:ext cx="2560320" cy="502920"/>
          </a:xfrm>
          <a:prstGeom prst="rect">
            <a:avLst/>
          </a:prstGeom>
          <a:noFill/>
          <a:ln/>
        </p:spPr>
        <p:txBody>
          <a:bodyPr wrap="square" lIns="0" tIns="0" rIns="0" bIns="0" rtlCol="0" anchor="ctr"/>
          <a:lstStyle/>
          <a:p>
            <a:pPr algn="ctr" indent="0" marL="0">
              <a:buNone/>
            </a:pPr>
            <a:r>
              <a:rPr lang="en-US" sz="3600" b="1" spc="-50" kern="0" dirty="0">
                <a:solidFill>
                  <a:schemeClr val="tx1"/>
                </a:solidFill>
              </a:rPr>
              <a:t>2019</a:t>
            </a:r>
            <a:endParaRPr lang="en-US" sz="3600" dirty="0"/>
          </a:p>
        </p:txBody>
      </p:sp>
      <p:sp>
        <p:nvSpPr>
          <p:cNvPr id="15" name="Text 112"/>
          <p:cNvSpPr txBox="1"/>
          <p:nvPr/>
        </p:nvSpPr>
        <p:spPr>
          <a:xfrm>
            <a:off x="6266688" y="4343400"/>
            <a:ext cx="2560320" cy="640080"/>
          </a:xfrm>
          <a:prstGeom prst="rect">
            <a:avLst/>
          </a:prstGeom>
          <a:noFill/>
          <a:ln/>
        </p:spPr>
        <p:txBody>
          <a:bodyPr wrap="square" lIns="0" tIns="0" rIns="0" bIns="0" rtlCol="0" anchor="t"/>
          <a:lstStyle/>
          <a:p>
            <a:pPr algn="ctr" indent="0" marL="0">
              <a:buNone/>
            </a:pPr>
            <a:r>
              <a:rPr lang="en-US" sz="2600" dirty="0">
                <a:solidFill>
                  <a:schemeClr val="tx2"/>
                </a:solidFill>
              </a:rPr>
              <a:t>Back to Germany</a:t>
            </a:r>
            <a:endParaRPr lang="en-US" sz="2600" dirty="0"/>
          </a:p>
        </p:txBody>
      </p:sp>
      <p:sp>
        <p:nvSpPr>
          <p:cNvPr id="16" name="Circle 113"/>
          <p:cNvSpPr/>
          <p:nvPr/>
        </p:nvSpPr>
        <p:spPr>
          <a:xfrm>
            <a:off x="10351008" y="3968496"/>
            <a:ext cx="201168" cy="201168"/>
          </a:xfrm>
          <a:prstGeom prst="ellipse">
            <a:avLst/>
          </a:prstGeom>
          <a:solidFill>
            <a:schemeClr val="accent1"/>
          </a:solidFill>
          <a:ln/>
        </p:spPr>
      </p:sp>
      <p:sp>
        <p:nvSpPr>
          <p:cNvPr id="17" name="Text 114"/>
          <p:cNvSpPr txBox="1"/>
          <p:nvPr/>
        </p:nvSpPr>
        <p:spPr>
          <a:xfrm>
            <a:off x="9171432" y="3337560"/>
            <a:ext cx="2560320" cy="502920"/>
          </a:xfrm>
          <a:prstGeom prst="rect">
            <a:avLst/>
          </a:prstGeom>
          <a:noFill/>
          <a:ln/>
        </p:spPr>
        <p:txBody>
          <a:bodyPr wrap="square" lIns="0" tIns="0" rIns="0" bIns="0" rtlCol="0" anchor="ctr"/>
          <a:lstStyle/>
          <a:p>
            <a:pPr algn="ctr" indent="0" marL="0">
              <a:buNone/>
            </a:pPr>
            <a:r>
              <a:rPr lang="en-US" sz="3600" b="1" spc="-50" kern="0" dirty="0">
                <a:solidFill>
                  <a:schemeClr val="tx1"/>
                </a:solidFill>
              </a:rPr>
              <a:t>2025</a:t>
            </a:r>
            <a:endParaRPr lang="en-US" sz="3600" dirty="0"/>
          </a:p>
        </p:txBody>
      </p:sp>
      <p:sp>
        <p:nvSpPr>
          <p:cNvPr id="18" name="Text 115"/>
          <p:cNvSpPr txBox="1"/>
          <p:nvPr/>
        </p:nvSpPr>
        <p:spPr>
          <a:xfrm>
            <a:off x="9171432" y="4343400"/>
            <a:ext cx="2560320" cy="640080"/>
          </a:xfrm>
          <a:prstGeom prst="rect">
            <a:avLst/>
          </a:prstGeom>
          <a:noFill/>
          <a:ln/>
        </p:spPr>
        <p:txBody>
          <a:bodyPr wrap="square" lIns="0" tIns="0" rIns="0" bIns="0" rtlCol="0" anchor="t"/>
          <a:lstStyle/>
          <a:p>
            <a:pPr algn="ctr" indent="0" marL="0">
              <a:buNone/>
            </a:pPr>
            <a:r>
              <a:rPr lang="en-US" sz="2600" dirty="0">
                <a:solidFill>
                  <a:schemeClr val="tx2"/>
                </a:solidFill>
              </a:rPr>
              <a:t>Restored for display</a:t>
            </a:r>
            <a:endParaRPr lang="en-US" sz="26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16"/>
          <p:cNvSpPr txBox="1"/>
          <p:nvPr/>
        </p:nvSpPr>
        <p:spPr>
          <a:xfrm>
            <a:off x="731520" y="1737360"/>
            <a:ext cx="10728655" cy="274320"/>
          </a:xfrm>
          <a:prstGeom prst="rect">
            <a:avLst/>
          </a:prstGeom>
          <a:noFill/>
          <a:ln/>
        </p:spPr>
        <p:txBody>
          <a:bodyPr wrap="square" lIns="0" tIns="0" rIns="0" bIns="0" rtlCol="0" anchor="ctr"/>
          <a:lstStyle/>
          <a:p>
            <a:pPr algn="ctr" indent="0" marL="0">
              <a:buNone/>
            </a:pPr>
            <a:r>
              <a:rPr lang="en-US" sz="2000" b="1" spc="300" kern="0" dirty="0">
                <a:solidFill>
                  <a:schemeClr val="accent1"/>
                </a:solidFill>
              </a:rPr>
              <a:t>CHALLENGES AND ISSUES · 1939</a:t>
            </a:r>
            <a:endParaRPr lang="en-US" sz="2000" dirty="0"/>
          </a:p>
        </p:txBody>
      </p:sp>
      <p:sp>
        <p:nvSpPr>
          <p:cNvPr id="3" name="Text 117"/>
          <p:cNvSpPr txBox="1"/>
          <p:nvPr/>
        </p:nvSpPr>
        <p:spPr>
          <a:xfrm>
            <a:off x="731520" y="2103120"/>
            <a:ext cx="10728655" cy="2194560"/>
          </a:xfrm>
          <a:prstGeom prst="rect">
            <a:avLst/>
          </a:prstGeom>
          <a:noFill/>
          <a:ln/>
        </p:spPr>
        <p:txBody>
          <a:bodyPr wrap="square" lIns="0" tIns="0" rIns="0" bIns="0" rtlCol="0" anchor="t"/>
          <a:lstStyle/>
          <a:p>
            <a:pPr algn="ctr" indent="0" marL="0">
              <a:buNone/>
            </a:pPr>
            <a:r>
              <a:rPr lang="en-US" sz="6700" b="1" spc="-200" kern="0" dirty="0">
                <a:solidFill>
                  <a:schemeClr val="tx1"/>
                </a:solidFill>
              </a:rPr>
              <a:t>Everyone is still</a:t>
            </a:r>
            <a:endParaRPr lang="en-US" sz="6700" dirty="0"/>
          </a:p>
          <a:p>
            <a:pPr algn="ctr" indent="0" marL="0">
              <a:buNone/>
            </a:pPr>
            <a:r>
              <a:rPr lang="en-US" sz="6700" b="1" spc="-200" kern="0" dirty="0">
                <a:solidFill>
                  <a:schemeClr val="tx1"/>
                </a:solidFill>
              </a:rPr>
              <a:t>flying the DC-3</a:t>
            </a:r>
            <a:endParaRPr lang="en-US" sz="6700" dirty="0"/>
          </a:p>
        </p:txBody>
      </p:sp>
      <p:sp>
        <p:nvSpPr>
          <p:cNvPr id="4" name="Text 118"/>
          <p:cNvSpPr txBox="1"/>
          <p:nvPr/>
        </p:nvSpPr>
        <p:spPr>
          <a:xfrm>
            <a:off x="731520" y="4434840"/>
            <a:ext cx="10728655" cy="548640"/>
          </a:xfrm>
          <a:prstGeom prst="rect">
            <a:avLst/>
          </a:prstGeom>
          <a:noFill/>
          <a:ln/>
        </p:spPr>
        <p:txBody>
          <a:bodyPr wrap="square" lIns="0" tIns="0" rIns="0" bIns="0" rtlCol="0" anchor="ctr"/>
          <a:lstStyle/>
          <a:p>
            <a:pPr algn="ctr" indent="0" marL="0">
              <a:buNone/>
            </a:pPr>
            <a:r>
              <a:rPr lang="en-US" sz="3400" dirty="0">
                <a:solidFill>
                  <a:schemeClr val="tx2"/>
                </a:solidFill>
              </a:rPr>
              <a:t>Slow, old, and the same for every airline</a:t>
            </a:r>
            <a:endParaRPr lang="en-US" sz="34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lIns="0" tIns="0" rIns="0" bIns="0" rtlCol="0" anchor="ctr"/>
          <a:lstStyle/>
          <a:p>
            <a:pPr algn="ctr" indent="0" marL="0">
              <a:buNone/>
            </a:pPr>
            <a:r>
              <a:rPr lang="en-US" sz="4000" b="1" spc="-100" kern="0" dirty="0">
                <a:solidFill>
                  <a:schemeClr val="tx1"/>
                </a:solidFill>
              </a:rPr>
              <a:t>Hughes Signs a Secret Contract</a:t>
            </a:r>
            <a:endParaRPr lang="en-US" sz="4000" dirty="0"/>
          </a:p>
        </p:txBody>
      </p:sp>
      <p:sp>
        <p:nvSpPr>
          <p:cNvPr id="3" name="Text 0"/>
          <p:cNvSpPr/>
          <p:nvPr>
            <p:ph idx="101" type="body" hasCustomPrompt="1"/>
          </p:nvPr>
        </p:nvSpPr>
        <p:spPr>
          <a:xfrm>
            <a:off x="731520" y="1554480"/>
            <a:ext cx="10728655" cy="548640"/>
          </a:xfrm>
          <a:prstGeom prst="rect">
            <a:avLst/>
          </a:prstGeom>
          <a:noFill/>
          <a:ln/>
        </p:spPr>
        <p:txBody>
          <a:bodyPr wrap="square" lIns="0" tIns="0" rIns="0" bIns="0" rtlCol="0" anchor="t"/>
          <a:lstStyle/>
          <a:p>
            <a:pPr algn="ctr" indent="0" marL="0">
              <a:buNone/>
            </a:pPr>
            <a:r>
              <a:rPr lang="en-US" sz="3000" dirty="0">
                <a:solidFill>
                  <a:schemeClr val="tx2"/>
                </a:solidFill>
              </a:rPr>
              <a:t>Exclusive supply: TWA gets the first 35</a:t>
            </a:r>
            <a:endParaRPr lang="en-US" sz="3000" dirty="0"/>
          </a:p>
        </p:txBody>
      </p:sp>
      <p:sp>
        <p:nvSpPr>
          <p:cNvPr id="4" name="Text 0"/>
          <p:cNvSpPr/>
          <p:nvPr>
            <p:ph idx="102" type="body" hasCustomPrompt="1"/>
          </p:nvPr>
        </p:nvSpPr>
        <p:spPr>
          <a:xfrm>
            <a:off x="731520" y="5486400"/>
            <a:ext cx="10728655" cy="777240"/>
          </a:xfrm>
          <a:prstGeom prst="rect">
            <a:avLst/>
          </a:prstGeom>
          <a:noFill/>
          <a:ln/>
        </p:spPr>
        <p:txBody>
          <a:bodyPr wrap="square" lIns="0" tIns="0" rIns="0" bIns="0" rtlCol="0" anchor="ctr"/>
          <a:lstStyle/>
          <a:p>
            <a:pPr algn="ctr" indent="0" marL="0">
              <a:buNone/>
            </a:pPr>
            <a:r>
              <a:rPr lang="en-US" sz="3400" dirty="0">
                <a:solidFill>
                  <a:schemeClr val="tx1"/>
                </a:solidFill>
              </a:rPr>
              <a:t>The race was over before it started</a:t>
            </a:r>
            <a:endParaRPr lang="en-US" sz="3400" dirty="0"/>
          </a:p>
        </p:txBody>
      </p:sp>
      <p:sp>
        <p:nvSpPr>
          <p:cNvPr id="5" name="Text 119"/>
          <p:cNvSpPr txBox="1"/>
          <p:nvPr/>
        </p:nvSpPr>
        <p:spPr>
          <a:xfrm>
            <a:off x="1097280" y="2240280"/>
            <a:ext cx="3657600" cy="457200"/>
          </a:xfrm>
          <a:prstGeom prst="rect">
            <a:avLst/>
          </a:prstGeom>
          <a:noFill/>
          <a:ln/>
        </p:spPr>
        <p:txBody>
          <a:bodyPr wrap="square" lIns="0" tIns="0" rIns="0" bIns="0" rtlCol="0" anchor="b"/>
          <a:lstStyle/>
          <a:p>
            <a:pPr indent="0" marL="0">
              <a:buNone/>
            </a:pPr>
            <a:r>
              <a:rPr lang="en-US" sz="3600" b="1" dirty="0">
                <a:solidFill>
                  <a:schemeClr val="tx1"/>
                </a:solidFill>
              </a:rPr>
              <a:t>TWA first</a:t>
            </a:r>
            <a:endParaRPr lang="en-US" sz="3600" dirty="0"/>
          </a:p>
        </p:txBody>
      </p:sp>
      <p:sp>
        <p:nvSpPr>
          <p:cNvPr id="6" name="Rounded 120"/>
          <p:cNvSpPr/>
          <p:nvPr/>
        </p:nvSpPr>
        <p:spPr>
          <a:xfrm>
            <a:off x="1097280" y="2788920"/>
            <a:ext cx="329184" cy="329184"/>
          </a:xfrm>
          <a:prstGeom prst="roundRect">
            <a:avLst>
              <a:gd name="adj" fmla="val 13889"/>
            </a:avLst>
          </a:prstGeom>
          <a:solidFill>
            <a:schemeClr val="accent1"/>
          </a:solidFill>
          <a:ln/>
        </p:spPr>
      </p:sp>
      <p:sp>
        <p:nvSpPr>
          <p:cNvPr id="7" name="Rounded 121"/>
          <p:cNvSpPr/>
          <p:nvPr/>
        </p:nvSpPr>
        <p:spPr>
          <a:xfrm>
            <a:off x="1517904" y="2788920"/>
            <a:ext cx="329184" cy="329184"/>
          </a:xfrm>
          <a:prstGeom prst="roundRect">
            <a:avLst>
              <a:gd name="adj" fmla="val 13889"/>
            </a:avLst>
          </a:prstGeom>
          <a:solidFill>
            <a:schemeClr val="accent1"/>
          </a:solidFill>
          <a:ln/>
        </p:spPr>
      </p:sp>
      <p:sp>
        <p:nvSpPr>
          <p:cNvPr id="8" name="Rounded 122"/>
          <p:cNvSpPr/>
          <p:nvPr/>
        </p:nvSpPr>
        <p:spPr>
          <a:xfrm>
            <a:off x="1938528" y="2788920"/>
            <a:ext cx="329184" cy="329184"/>
          </a:xfrm>
          <a:prstGeom prst="roundRect">
            <a:avLst>
              <a:gd name="adj" fmla="val 13889"/>
            </a:avLst>
          </a:prstGeom>
          <a:solidFill>
            <a:schemeClr val="accent1"/>
          </a:solidFill>
          <a:ln/>
        </p:spPr>
      </p:sp>
      <p:sp>
        <p:nvSpPr>
          <p:cNvPr id="9" name="Rounded 123"/>
          <p:cNvSpPr/>
          <p:nvPr/>
        </p:nvSpPr>
        <p:spPr>
          <a:xfrm>
            <a:off x="2359152" y="2788920"/>
            <a:ext cx="329184" cy="329184"/>
          </a:xfrm>
          <a:prstGeom prst="roundRect">
            <a:avLst>
              <a:gd name="adj" fmla="val 13889"/>
            </a:avLst>
          </a:prstGeom>
          <a:solidFill>
            <a:schemeClr val="accent1"/>
          </a:solidFill>
          <a:ln/>
        </p:spPr>
      </p:sp>
      <p:sp>
        <p:nvSpPr>
          <p:cNvPr id="10" name="Rounded 124"/>
          <p:cNvSpPr/>
          <p:nvPr/>
        </p:nvSpPr>
        <p:spPr>
          <a:xfrm>
            <a:off x="2779776" y="2788920"/>
            <a:ext cx="329184" cy="329184"/>
          </a:xfrm>
          <a:prstGeom prst="roundRect">
            <a:avLst>
              <a:gd name="adj" fmla="val 13889"/>
            </a:avLst>
          </a:prstGeom>
          <a:solidFill>
            <a:schemeClr val="accent1"/>
          </a:solidFill>
          <a:ln/>
        </p:spPr>
      </p:sp>
      <p:sp>
        <p:nvSpPr>
          <p:cNvPr id="11" name="Rounded 125"/>
          <p:cNvSpPr/>
          <p:nvPr/>
        </p:nvSpPr>
        <p:spPr>
          <a:xfrm>
            <a:off x="3200400" y="2788920"/>
            <a:ext cx="329184" cy="329184"/>
          </a:xfrm>
          <a:prstGeom prst="roundRect">
            <a:avLst>
              <a:gd name="adj" fmla="val 13889"/>
            </a:avLst>
          </a:prstGeom>
          <a:solidFill>
            <a:schemeClr val="accent1"/>
          </a:solidFill>
          <a:ln/>
        </p:spPr>
      </p:sp>
      <p:sp>
        <p:nvSpPr>
          <p:cNvPr id="12" name="Rounded 126"/>
          <p:cNvSpPr/>
          <p:nvPr/>
        </p:nvSpPr>
        <p:spPr>
          <a:xfrm>
            <a:off x="3621024" y="2788920"/>
            <a:ext cx="329184" cy="329184"/>
          </a:xfrm>
          <a:prstGeom prst="roundRect">
            <a:avLst>
              <a:gd name="adj" fmla="val 13889"/>
            </a:avLst>
          </a:prstGeom>
          <a:solidFill>
            <a:schemeClr val="accent1"/>
          </a:solidFill>
          <a:ln/>
        </p:spPr>
      </p:sp>
      <p:sp>
        <p:nvSpPr>
          <p:cNvPr id="13" name="Rounded 127"/>
          <p:cNvSpPr/>
          <p:nvPr/>
        </p:nvSpPr>
        <p:spPr>
          <a:xfrm>
            <a:off x="1097280" y="3209544"/>
            <a:ext cx="329184" cy="329184"/>
          </a:xfrm>
          <a:prstGeom prst="roundRect">
            <a:avLst>
              <a:gd name="adj" fmla="val 13889"/>
            </a:avLst>
          </a:prstGeom>
          <a:solidFill>
            <a:schemeClr val="accent1"/>
          </a:solidFill>
          <a:ln/>
        </p:spPr>
      </p:sp>
      <p:sp>
        <p:nvSpPr>
          <p:cNvPr id="14" name="Rounded 128"/>
          <p:cNvSpPr/>
          <p:nvPr/>
        </p:nvSpPr>
        <p:spPr>
          <a:xfrm>
            <a:off x="1517904" y="3209544"/>
            <a:ext cx="329184" cy="329184"/>
          </a:xfrm>
          <a:prstGeom prst="roundRect">
            <a:avLst>
              <a:gd name="adj" fmla="val 13889"/>
            </a:avLst>
          </a:prstGeom>
          <a:solidFill>
            <a:schemeClr val="accent1"/>
          </a:solidFill>
          <a:ln/>
        </p:spPr>
      </p:sp>
      <p:sp>
        <p:nvSpPr>
          <p:cNvPr id="15" name="Rounded 129"/>
          <p:cNvSpPr/>
          <p:nvPr/>
        </p:nvSpPr>
        <p:spPr>
          <a:xfrm>
            <a:off x="1938528" y="3209544"/>
            <a:ext cx="329184" cy="329184"/>
          </a:xfrm>
          <a:prstGeom prst="roundRect">
            <a:avLst>
              <a:gd name="adj" fmla="val 13889"/>
            </a:avLst>
          </a:prstGeom>
          <a:solidFill>
            <a:schemeClr val="accent1"/>
          </a:solidFill>
          <a:ln/>
        </p:spPr>
      </p:sp>
      <p:sp>
        <p:nvSpPr>
          <p:cNvPr id="16" name="Rounded 130"/>
          <p:cNvSpPr/>
          <p:nvPr/>
        </p:nvSpPr>
        <p:spPr>
          <a:xfrm>
            <a:off x="2359152" y="3209544"/>
            <a:ext cx="329184" cy="329184"/>
          </a:xfrm>
          <a:prstGeom prst="roundRect">
            <a:avLst>
              <a:gd name="adj" fmla="val 13889"/>
            </a:avLst>
          </a:prstGeom>
          <a:solidFill>
            <a:schemeClr val="accent1"/>
          </a:solidFill>
          <a:ln/>
        </p:spPr>
      </p:sp>
      <p:sp>
        <p:nvSpPr>
          <p:cNvPr id="17" name="Rounded 131"/>
          <p:cNvSpPr/>
          <p:nvPr/>
        </p:nvSpPr>
        <p:spPr>
          <a:xfrm>
            <a:off x="2779776" y="3209544"/>
            <a:ext cx="329184" cy="329184"/>
          </a:xfrm>
          <a:prstGeom prst="roundRect">
            <a:avLst>
              <a:gd name="adj" fmla="val 13889"/>
            </a:avLst>
          </a:prstGeom>
          <a:solidFill>
            <a:schemeClr val="accent1"/>
          </a:solidFill>
          <a:ln/>
        </p:spPr>
      </p:sp>
      <p:sp>
        <p:nvSpPr>
          <p:cNvPr id="18" name="Rounded 132"/>
          <p:cNvSpPr/>
          <p:nvPr/>
        </p:nvSpPr>
        <p:spPr>
          <a:xfrm>
            <a:off x="3200400" y="3209544"/>
            <a:ext cx="329184" cy="329184"/>
          </a:xfrm>
          <a:prstGeom prst="roundRect">
            <a:avLst>
              <a:gd name="adj" fmla="val 13889"/>
            </a:avLst>
          </a:prstGeom>
          <a:solidFill>
            <a:schemeClr val="accent1"/>
          </a:solidFill>
          <a:ln/>
        </p:spPr>
      </p:sp>
      <p:sp>
        <p:nvSpPr>
          <p:cNvPr id="19" name="Rounded 133"/>
          <p:cNvSpPr/>
          <p:nvPr/>
        </p:nvSpPr>
        <p:spPr>
          <a:xfrm>
            <a:off x="3621024" y="3209544"/>
            <a:ext cx="329184" cy="329184"/>
          </a:xfrm>
          <a:prstGeom prst="roundRect">
            <a:avLst>
              <a:gd name="adj" fmla="val 13889"/>
            </a:avLst>
          </a:prstGeom>
          <a:solidFill>
            <a:schemeClr val="accent1"/>
          </a:solidFill>
          <a:ln/>
        </p:spPr>
      </p:sp>
      <p:sp>
        <p:nvSpPr>
          <p:cNvPr id="20" name="Rounded 134"/>
          <p:cNvSpPr/>
          <p:nvPr/>
        </p:nvSpPr>
        <p:spPr>
          <a:xfrm>
            <a:off x="1097280" y="3630168"/>
            <a:ext cx="329184" cy="329184"/>
          </a:xfrm>
          <a:prstGeom prst="roundRect">
            <a:avLst>
              <a:gd name="adj" fmla="val 13889"/>
            </a:avLst>
          </a:prstGeom>
          <a:solidFill>
            <a:schemeClr val="accent1"/>
          </a:solidFill>
          <a:ln/>
        </p:spPr>
      </p:sp>
      <p:sp>
        <p:nvSpPr>
          <p:cNvPr id="21" name="Rounded 135"/>
          <p:cNvSpPr/>
          <p:nvPr/>
        </p:nvSpPr>
        <p:spPr>
          <a:xfrm>
            <a:off x="1517904" y="3630168"/>
            <a:ext cx="329184" cy="329184"/>
          </a:xfrm>
          <a:prstGeom prst="roundRect">
            <a:avLst>
              <a:gd name="adj" fmla="val 13889"/>
            </a:avLst>
          </a:prstGeom>
          <a:solidFill>
            <a:schemeClr val="accent1"/>
          </a:solidFill>
          <a:ln/>
        </p:spPr>
      </p:sp>
      <p:sp>
        <p:nvSpPr>
          <p:cNvPr id="22" name="Rounded 136"/>
          <p:cNvSpPr/>
          <p:nvPr/>
        </p:nvSpPr>
        <p:spPr>
          <a:xfrm>
            <a:off x="1938528" y="3630168"/>
            <a:ext cx="329184" cy="329184"/>
          </a:xfrm>
          <a:prstGeom prst="roundRect">
            <a:avLst>
              <a:gd name="adj" fmla="val 13889"/>
            </a:avLst>
          </a:prstGeom>
          <a:solidFill>
            <a:schemeClr val="accent1"/>
          </a:solidFill>
          <a:ln/>
        </p:spPr>
      </p:sp>
      <p:sp>
        <p:nvSpPr>
          <p:cNvPr id="23" name="Rounded 137"/>
          <p:cNvSpPr/>
          <p:nvPr/>
        </p:nvSpPr>
        <p:spPr>
          <a:xfrm>
            <a:off x="2359152" y="3630168"/>
            <a:ext cx="329184" cy="329184"/>
          </a:xfrm>
          <a:prstGeom prst="roundRect">
            <a:avLst>
              <a:gd name="adj" fmla="val 13889"/>
            </a:avLst>
          </a:prstGeom>
          <a:solidFill>
            <a:schemeClr val="accent1"/>
          </a:solidFill>
          <a:ln/>
        </p:spPr>
      </p:sp>
      <p:sp>
        <p:nvSpPr>
          <p:cNvPr id="24" name="Rounded 138"/>
          <p:cNvSpPr/>
          <p:nvPr/>
        </p:nvSpPr>
        <p:spPr>
          <a:xfrm>
            <a:off x="2779776" y="3630168"/>
            <a:ext cx="329184" cy="329184"/>
          </a:xfrm>
          <a:prstGeom prst="roundRect">
            <a:avLst>
              <a:gd name="adj" fmla="val 13889"/>
            </a:avLst>
          </a:prstGeom>
          <a:solidFill>
            <a:schemeClr val="accent1"/>
          </a:solidFill>
          <a:ln/>
        </p:spPr>
      </p:sp>
      <p:sp>
        <p:nvSpPr>
          <p:cNvPr id="25" name="Rounded 139"/>
          <p:cNvSpPr/>
          <p:nvPr/>
        </p:nvSpPr>
        <p:spPr>
          <a:xfrm>
            <a:off x="3200400" y="3630168"/>
            <a:ext cx="329184" cy="329184"/>
          </a:xfrm>
          <a:prstGeom prst="roundRect">
            <a:avLst>
              <a:gd name="adj" fmla="val 13889"/>
            </a:avLst>
          </a:prstGeom>
          <a:solidFill>
            <a:schemeClr val="accent1"/>
          </a:solidFill>
          <a:ln/>
        </p:spPr>
      </p:sp>
      <p:sp>
        <p:nvSpPr>
          <p:cNvPr id="26" name="Rounded 140"/>
          <p:cNvSpPr/>
          <p:nvPr/>
        </p:nvSpPr>
        <p:spPr>
          <a:xfrm>
            <a:off x="3621024" y="3630168"/>
            <a:ext cx="329184" cy="329184"/>
          </a:xfrm>
          <a:prstGeom prst="roundRect">
            <a:avLst>
              <a:gd name="adj" fmla="val 13889"/>
            </a:avLst>
          </a:prstGeom>
          <a:solidFill>
            <a:schemeClr val="accent1"/>
          </a:solidFill>
          <a:ln/>
        </p:spPr>
      </p:sp>
      <p:sp>
        <p:nvSpPr>
          <p:cNvPr id="27" name="Rounded 141"/>
          <p:cNvSpPr/>
          <p:nvPr/>
        </p:nvSpPr>
        <p:spPr>
          <a:xfrm>
            <a:off x="1097280" y="4050792"/>
            <a:ext cx="329184" cy="329184"/>
          </a:xfrm>
          <a:prstGeom prst="roundRect">
            <a:avLst>
              <a:gd name="adj" fmla="val 13889"/>
            </a:avLst>
          </a:prstGeom>
          <a:solidFill>
            <a:schemeClr val="accent1"/>
          </a:solidFill>
          <a:ln/>
        </p:spPr>
      </p:sp>
      <p:sp>
        <p:nvSpPr>
          <p:cNvPr id="28" name="Rounded 142"/>
          <p:cNvSpPr/>
          <p:nvPr/>
        </p:nvSpPr>
        <p:spPr>
          <a:xfrm>
            <a:off x="1517904" y="4050792"/>
            <a:ext cx="329184" cy="329184"/>
          </a:xfrm>
          <a:prstGeom prst="roundRect">
            <a:avLst>
              <a:gd name="adj" fmla="val 13889"/>
            </a:avLst>
          </a:prstGeom>
          <a:solidFill>
            <a:schemeClr val="accent1"/>
          </a:solidFill>
          <a:ln/>
        </p:spPr>
      </p:sp>
      <p:sp>
        <p:nvSpPr>
          <p:cNvPr id="29" name="Rounded 143"/>
          <p:cNvSpPr/>
          <p:nvPr/>
        </p:nvSpPr>
        <p:spPr>
          <a:xfrm>
            <a:off x="1938528" y="4050792"/>
            <a:ext cx="329184" cy="329184"/>
          </a:xfrm>
          <a:prstGeom prst="roundRect">
            <a:avLst>
              <a:gd name="adj" fmla="val 13889"/>
            </a:avLst>
          </a:prstGeom>
          <a:solidFill>
            <a:schemeClr val="accent1"/>
          </a:solidFill>
          <a:ln/>
        </p:spPr>
      </p:sp>
      <p:sp>
        <p:nvSpPr>
          <p:cNvPr id="30" name="Rounded 144"/>
          <p:cNvSpPr/>
          <p:nvPr/>
        </p:nvSpPr>
        <p:spPr>
          <a:xfrm>
            <a:off x="2359152" y="4050792"/>
            <a:ext cx="329184" cy="329184"/>
          </a:xfrm>
          <a:prstGeom prst="roundRect">
            <a:avLst>
              <a:gd name="adj" fmla="val 13889"/>
            </a:avLst>
          </a:prstGeom>
          <a:solidFill>
            <a:schemeClr val="accent1"/>
          </a:solidFill>
          <a:ln/>
        </p:spPr>
      </p:sp>
      <p:sp>
        <p:nvSpPr>
          <p:cNvPr id="31" name="Rounded 145"/>
          <p:cNvSpPr/>
          <p:nvPr/>
        </p:nvSpPr>
        <p:spPr>
          <a:xfrm>
            <a:off x="2779776" y="4050792"/>
            <a:ext cx="329184" cy="329184"/>
          </a:xfrm>
          <a:prstGeom prst="roundRect">
            <a:avLst>
              <a:gd name="adj" fmla="val 13889"/>
            </a:avLst>
          </a:prstGeom>
          <a:solidFill>
            <a:schemeClr val="accent1"/>
          </a:solidFill>
          <a:ln/>
        </p:spPr>
      </p:sp>
      <p:sp>
        <p:nvSpPr>
          <p:cNvPr id="32" name="Rounded 146"/>
          <p:cNvSpPr/>
          <p:nvPr/>
        </p:nvSpPr>
        <p:spPr>
          <a:xfrm>
            <a:off x="3200400" y="4050792"/>
            <a:ext cx="329184" cy="329184"/>
          </a:xfrm>
          <a:prstGeom prst="roundRect">
            <a:avLst>
              <a:gd name="adj" fmla="val 13889"/>
            </a:avLst>
          </a:prstGeom>
          <a:solidFill>
            <a:schemeClr val="accent1"/>
          </a:solidFill>
          <a:ln/>
        </p:spPr>
      </p:sp>
      <p:sp>
        <p:nvSpPr>
          <p:cNvPr id="33" name="Rounded 147"/>
          <p:cNvSpPr/>
          <p:nvPr/>
        </p:nvSpPr>
        <p:spPr>
          <a:xfrm>
            <a:off x="3621024" y="4050792"/>
            <a:ext cx="329184" cy="329184"/>
          </a:xfrm>
          <a:prstGeom prst="roundRect">
            <a:avLst>
              <a:gd name="adj" fmla="val 13889"/>
            </a:avLst>
          </a:prstGeom>
          <a:solidFill>
            <a:schemeClr val="accent1"/>
          </a:solidFill>
          <a:ln/>
        </p:spPr>
      </p:sp>
      <p:sp>
        <p:nvSpPr>
          <p:cNvPr id="34" name="Rounded 148"/>
          <p:cNvSpPr/>
          <p:nvPr/>
        </p:nvSpPr>
        <p:spPr>
          <a:xfrm>
            <a:off x="1097280" y="4471416"/>
            <a:ext cx="329184" cy="329184"/>
          </a:xfrm>
          <a:prstGeom prst="roundRect">
            <a:avLst>
              <a:gd name="adj" fmla="val 13889"/>
            </a:avLst>
          </a:prstGeom>
          <a:solidFill>
            <a:schemeClr val="accent1"/>
          </a:solidFill>
          <a:ln/>
        </p:spPr>
      </p:sp>
      <p:sp>
        <p:nvSpPr>
          <p:cNvPr id="35" name="Rounded 149"/>
          <p:cNvSpPr/>
          <p:nvPr/>
        </p:nvSpPr>
        <p:spPr>
          <a:xfrm>
            <a:off x="1517904" y="4471416"/>
            <a:ext cx="329184" cy="329184"/>
          </a:xfrm>
          <a:prstGeom prst="roundRect">
            <a:avLst>
              <a:gd name="adj" fmla="val 13889"/>
            </a:avLst>
          </a:prstGeom>
          <a:solidFill>
            <a:schemeClr val="accent1"/>
          </a:solidFill>
          <a:ln/>
        </p:spPr>
      </p:sp>
      <p:sp>
        <p:nvSpPr>
          <p:cNvPr id="36" name="Rounded 150"/>
          <p:cNvSpPr/>
          <p:nvPr/>
        </p:nvSpPr>
        <p:spPr>
          <a:xfrm>
            <a:off x="1938528" y="4471416"/>
            <a:ext cx="329184" cy="329184"/>
          </a:xfrm>
          <a:prstGeom prst="roundRect">
            <a:avLst>
              <a:gd name="adj" fmla="val 13889"/>
            </a:avLst>
          </a:prstGeom>
          <a:solidFill>
            <a:schemeClr val="accent1"/>
          </a:solidFill>
          <a:ln/>
        </p:spPr>
      </p:sp>
      <p:sp>
        <p:nvSpPr>
          <p:cNvPr id="37" name="Rounded 151"/>
          <p:cNvSpPr/>
          <p:nvPr/>
        </p:nvSpPr>
        <p:spPr>
          <a:xfrm>
            <a:off x="2359152" y="4471416"/>
            <a:ext cx="329184" cy="329184"/>
          </a:xfrm>
          <a:prstGeom prst="roundRect">
            <a:avLst>
              <a:gd name="adj" fmla="val 13889"/>
            </a:avLst>
          </a:prstGeom>
          <a:solidFill>
            <a:schemeClr val="accent1"/>
          </a:solidFill>
          <a:ln/>
        </p:spPr>
      </p:sp>
      <p:sp>
        <p:nvSpPr>
          <p:cNvPr id="38" name="Rounded 152"/>
          <p:cNvSpPr/>
          <p:nvPr/>
        </p:nvSpPr>
        <p:spPr>
          <a:xfrm>
            <a:off x="2779776" y="4471416"/>
            <a:ext cx="329184" cy="329184"/>
          </a:xfrm>
          <a:prstGeom prst="roundRect">
            <a:avLst>
              <a:gd name="adj" fmla="val 13889"/>
            </a:avLst>
          </a:prstGeom>
          <a:solidFill>
            <a:schemeClr val="accent1"/>
          </a:solidFill>
          <a:ln/>
        </p:spPr>
      </p:sp>
      <p:sp>
        <p:nvSpPr>
          <p:cNvPr id="39" name="Rounded 153"/>
          <p:cNvSpPr/>
          <p:nvPr/>
        </p:nvSpPr>
        <p:spPr>
          <a:xfrm>
            <a:off x="3200400" y="4471416"/>
            <a:ext cx="329184" cy="329184"/>
          </a:xfrm>
          <a:prstGeom prst="roundRect">
            <a:avLst>
              <a:gd name="adj" fmla="val 13889"/>
            </a:avLst>
          </a:prstGeom>
          <a:solidFill>
            <a:schemeClr val="accent1"/>
          </a:solidFill>
          <a:ln/>
        </p:spPr>
      </p:sp>
      <p:sp>
        <p:nvSpPr>
          <p:cNvPr id="40" name="Rounded 154"/>
          <p:cNvSpPr/>
          <p:nvPr/>
        </p:nvSpPr>
        <p:spPr>
          <a:xfrm>
            <a:off x="3621024" y="4471416"/>
            <a:ext cx="329184" cy="329184"/>
          </a:xfrm>
          <a:prstGeom prst="roundRect">
            <a:avLst>
              <a:gd name="adj" fmla="val 13889"/>
            </a:avLst>
          </a:prstGeom>
          <a:solidFill>
            <a:schemeClr val="accent1"/>
          </a:solidFill>
          <a:ln/>
        </p:spPr>
      </p:sp>
      <p:sp>
        <p:nvSpPr>
          <p:cNvPr id="41" name="Text 155"/>
          <p:cNvSpPr txBox="1"/>
          <p:nvPr/>
        </p:nvSpPr>
        <p:spPr>
          <a:xfrm>
            <a:off x="1097280" y="4937760"/>
            <a:ext cx="4114800" cy="365760"/>
          </a:xfrm>
          <a:prstGeom prst="rect">
            <a:avLst/>
          </a:prstGeom>
          <a:noFill/>
          <a:ln/>
        </p:spPr>
        <p:txBody>
          <a:bodyPr wrap="square" lIns="0" tIns="0" rIns="0" bIns="0" rtlCol="0" anchor="ctr"/>
          <a:lstStyle/>
          <a:p>
            <a:pPr indent="0" marL="0">
              <a:buNone/>
            </a:pPr>
            <a:r>
              <a:rPr lang="en-US" sz="3100" dirty="0">
                <a:solidFill>
                  <a:schemeClr val="tx2"/>
                </a:solidFill>
              </a:rPr>
              <a:t>35 aircraft</a:t>
            </a:r>
            <a:endParaRPr lang="en-US" sz="3100" dirty="0"/>
          </a:p>
        </p:txBody>
      </p:sp>
      <p:sp>
        <p:nvSpPr>
          <p:cNvPr id="42" name="Arrow 156"/>
          <p:cNvSpPr/>
          <p:nvPr/>
        </p:nvSpPr>
        <p:spPr>
          <a:xfrm>
            <a:off x="4407408" y="3794760"/>
            <a:ext cx="3456432" cy="0"/>
          </a:xfrm>
          <a:prstGeom prst="line">
            <a:avLst/>
          </a:prstGeom>
          <a:noFill/>
          <a:ln w="19050">
            <a:solidFill>
              <a:schemeClr val="accent2"/>
            </a:solidFill>
            <a:prstDash val="solid"/>
            <a:tailEnd type="triangle"/>
          </a:ln>
        </p:spPr>
      </p:sp>
      <p:sp>
        <p:nvSpPr>
          <p:cNvPr id="43" name="Shape 157"/>
          <p:cNvSpPr/>
          <p:nvPr/>
        </p:nvSpPr>
        <p:spPr>
          <a:xfrm>
            <a:off x="6099048" y="2971800"/>
            <a:ext cx="73152" cy="1645920"/>
          </a:xfrm>
          <a:prstGeom prst="rect">
            <a:avLst/>
          </a:prstGeom>
          <a:solidFill>
            <a:schemeClr val="accent1"/>
          </a:solidFill>
          <a:ln/>
        </p:spPr>
      </p:sp>
      <p:sp>
        <p:nvSpPr>
          <p:cNvPr id="44" name="Rounded 158"/>
          <p:cNvSpPr/>
          <p:nvPr/>
        </p:nvSpPr>
        <p:spPr>
          <a:xfrm>
            <a:off x="4855464" y="3497580"/>
            <a:ext cx="2560320" cy="594360"/>
          </a:xfrm>
          <a:prstGeom prst="roundRect">
            <a:avLst>
              <a:gd name="adj" fmla="val 50000"/>
            </a:avLst>
          </a:prstGeom>
          <a:solidFill>
            <a:schemeClr val="bg2"/>
          </a:solidFill>
          <a:ln/>
        </p:spPr>
      </p:sp>
      <p:sp>
        <p:nvSpPr>
          <p:cNvPr id="45" name="Text 159"/>
          <p:cNvSpPr txBox="1"/>
          <p:nvPr/>
        </p:nvSpPr>
        <p:spPr>
          <a:xfrm>
            <a:off x="4855464" y="3497580"/>
            <a:ext cx="2560320" cy="594360"/>
          </a:xfrm>
          <a:prstGeom prst="rect">
            <a:avLst/>
          </a:prstGeom>
          <a:noFill/>
          <a:ln/>
        </p:spPr>
        <p:txBody>
          <a:bodyPr wrap="square" lIns="0" tIns="0" rIns="0" bIns="0" rtlCol="0" anchor="ctr"/>
          <a:lstStyle/>
          <a:p>
            <a:pPr algn="ctr" indent="0" marL="0">
              <a:buNone/>
            </a:pPr>
            <a:r>
              <a:rPr lang="en-US" sz="2900" b="1" dirty="0">
                <a:solidFill>
                  <a:schemeClr val="tx1"/>
                </a:solidFill>
              </a:rPr>
              <a:t>Only after 35</a:t>
            </a:r>
            <a:endParaRPr lang="en-US" sz="2900" dirty="0"/>
          </a:p>
        </p:txBody>
      </p:sp>
      <p:sp>
        <p:nvSpPr>
          <p:cNvPr id="46" name="Rounded 160"/>
          <p:cNvSpPr/>
          <p:nvPr/>
        </p:nvSpPr>
        <p:spPr>
          <a:xfrm>
            <a:off x="8046720" y="2697480"/>
            <a:ext cx="3383280" cy="2194560"/>
          </a:xfrm>
          <a:prstGeom prst="roundRect">
            <a:avLst>
              <a:gd name="adj" fmla="val 9167"/>
            </a:avLst>
          </a:prstGeom>
          <a:solidFill>
            <a:schemeClr val="bg2"/>
          </a:solidFill>
          <a:ln/>
        </p:spPr>
      </p:sp>
      <p:sp>
        <p:nvSpPr>
          <p:cNvPr id="47" name="Text 161"/>
          <p:cNvSpPr txBox="1"/>
          <p:nvPr/>
        </p:nvSpPr>
        <p:spPr>
          <a:xfrm>
            <a:off x="8366760" y="2788920"/>
            <a:ext cx="2834640" cy="2011680"/>
          </a:xfrm>
          <a:prstGeom prst="rect">
            <a:avLst/>
          </a:prstGeom>
          <a:noFill/>
          <a:ln/>
        </p:spPr>
        <p:txBody>
          <a:bodyPr wrap="square" lIns="0" tIns="0" rIns="0" bIns="0" rtlCol="0" anchor="ctr"/>
          <a:lstStyle/>
          <a:p>
            <a:pPr indent="0" marL="0">
              <a:buNone/>
            </a:pPr>
            <a:r>
              <a:rPr lang="en-US" sz="3600" b="1" dirty="0">
                <a:solidFill>
                  <a:schemeClr val="tx1"/>
                </a:solidFill>
              </a:rPr>
              <a:t>Everyone else</a:t>
            </a:r>
            <a:endParaRPr lang="en-US" sz="36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lIns="0" tIns="0" rIns="0" bIns="0" rtlCol="0" anchor="ctr"/>
          <a:lstStyle/>
          <a:p>
            <a:pPr algn="ctr" indent="0" marL="0">
              <a:buNone/>
            </a:pPr>
            <a:r>
              <a:rPr lang="en-US" sz="4000" b="1" spc="-100" kern="0" dirty="0">
                <a:solidFill>
                  <a:schemeClr val="tx1"/>
                </a:solidFill>
              </a:rPr>
              <a:t>Pan Am Is Still Waiting in Line</a:t>
            </a:r>
            <a:endParaRPr lang="en-US" sz="4000" dirty="0"/>
          </a:p>
        </p:txBody>
      </p:sp>
      <p:sp>
        <p:nvSpPr>
          <p:cNvPr id="3" name="Text 0"/>
          <p:cNvSpPr/>
          <p:nvPr>
            <p:ph idx="101" type="body" hasCustomPrompt="1"/>
          </p:nvPr>
        </p:nvSpPr>
        <p:spPr>
          <a:xfrm>
            <a:off x="731520" y="1554480"/>
            <a:ext cx="10728655" cy="548640"/>
          </a:xfrm>
          <a:prstGeom prst="rect">
            <a:avLst/>
          </a:prstGeom>
          <a:noFill/>
          <a:ln/>
        </p:spPr>
        <p:txBody>
          <a:bodyPr wrap="square" lIns="0" tIns="0" rIns="0" bIns="0" rtlCol="0" anchor="t"/>
          <a:lstStyle/>
          <a:p>
            <a:pPr algn="ctr" indent="0" marL="0">
              <a:buNone/>
            </a:pPr>
            <a:r>
              <a:rPr lang="en-US" sz="3000" dirty="0">
                <a:solidFill>
                  <a:schemeClr val="tx2"/>
                </a:solidFill>
              </a:rPr>
              <a:t>Juan Trippe was negotiating the usual way</a:t>
            </a:r>
            <a:endParaRPr lang="en-US" sz="3000" dirty="0"/>
          </a:p>
        </p:txBody>
      </p:sp>
      <p:sp>
        <p:nvSpPr>
          <p:cNvPr id="4" name="Text 0"/>
          <p:cNvSpPr/>
          <p:nvPr>
            <p:ph idx="102" type="body" hasCustomPrompt="1"/>
          </p:nvPr>
        </p:nvSpPr>
        <p:spPr>
          <a:xfrm>
            <a:off x="731520" y="5486400"/>
            <a:ext cx="10728655" cy="777240"/>
          </a:xfrm>
          <a:prstGeom prst="rect">
            <a:avLst/>
          </a:prstGeom>
          <a:noFill/>
          <a:ln/>
        </p:spPr>
        <p:txBody>
          <a:bodyPr wrap="square" lIns="0" tIns="0" rIns="0" bIns="0" rtlCol="0" anchor="ctr"/>
          <a:lstStyle/>
          <a:p>
            <a:pPr algn="ctr" indent="0" marL="0">
              <a:buNone/>
            </a:pPr>
            <a:r>
              <a:rPr lang="en-US" sz="3400" dirty="0">
                <a:solidFill>
                  <a:schemeClr val="tx1"/>
                </a:solidFill>
              </a:rPr>
              <a:t>By launch day, TWA is years ahead</a:t>
            </a:r>
            <a:endParaRPr lang="en-US" sz="3400" dirty="0"/>
          </a:p>
        </p:txBody>
      </p:sp>
      <p:sp>
        <p:nvSpPr>
          <p:cNvPr id="5" name="Rounded 162"/>
          <p:cNvSpPr/>
          <p:nvPr/>
        </p:nvSpPr>
        <p:spPr>
          <a:xfrm>
            <a:off x="975208" y="3017520"/>
            <a:ext cx="1828800" cy="822960"/>
          </a:xfrm>
          <a:prstGeom prst="roundRect">
            <a:avLst>
              <a:gd name="adj" fmla="val 50000"/>
            </a:avLst>
          </a:prstGeom>
          <a:solidFill>
            <a:schemeClr val="accent1"/>
          </a:solidFill>
          <a:ln/>
        </p:spPr>
      </p:sp>
      <p:sp>
        <p:nvSpPr>
          <p:cNvPr id="6" name="Text 163"/>
          <p:cNvSpPr txBox="1"/>
          <p:nvPr/>
        </p:nvSpPr>
        <p:spPr>
          <a:xfrm>
            <a:off x="975208" y="3017520"/>
            <a:ext cx="1828800" cy="822960"/>
          </a:xfrm>
          <a:prstGeom prst="rect">
            <a:avLst/>
          </a:prstGeom>
          <a:noFill/>
          <a:ln/>
        </p:spPr>
        <p:txBody>
          <a:bodyPr wrap="square" lIns="0" tIns="0" rIns="0" bIns="0" rtlCol="0" anchor="ctr"/>
          <a:lstStyle/>
          <a:p>
            <a:pPr algn="ctr" indent="0" marL="0">
              <a:buNone/>
            </a:pPr>
            <a:r>
              <a:rPr lang="en-US" sz="2800" b="1" dirty="0">
                <a:solidFill>
                  <a:schemeClr val="bg1"/>
                </a:solidFill>
              </a:rPr>
              <a:t>TWA</a:t>
            </a:r>
            <a:endParaRPr lang="en-US" sz="2800" dirty="0"/>
          </a:p>
        </p:txBody>
      </p:sp>
      <p:sp>
        <p:nvSpPr>
          <p:cNvPr id="7" name="Rounded 164"/>
          <p:cNvSpPr/>
          <p:nvPr/>
        </p:nvSpPr>
        <p:spPr>
          <a:xfrm>
            <a:off x="3078328" y="3017520"/>
            <a:ext cx="1828800" cy="822960"/>
          </a:xfrm>
          <a:prstGeom prst="roundRect">
            <a:avLst>
              <a:gd name="adj" fmla="val 50000"/>
            </a:avLst>
          </a:prstGeom>
          <a:solidFill>
            <a:schemeClr val="accent4"/>
          </a:solidFill>
          <a:ln/>
        </p:spPr>
      </p:sp>
      <p:sp>
        <p:nvSpPr>
          <p:cNvPr id="8" name="Text 165"/>
          <p:cNvSpPr txBox="1"/>
          <p:nvPr/>
        </p:nvSpPr>
        <p:spPr>
          <a:xfrm>
            <a:off x="3078328" y="3017520"/>
            <a:ext cx="1828800" cy="822960"/>
          </a:xfrm>
          <a:prstGeom prst="rect">
            <a:avLst/>
          </a:prstGeom>
          <a:noFill/>
          <a:ln/>
        </p:spPr>
        <p:txBody>
          <a:bodyPr wrap="square" lIns="0" tIns="0" rIns="0" bIns="0" rtlCol="0" anchor="ctr"/>
          <a:lstStyle/>
          <a:p>
            <a:pPr algn="ctr" indent="0" marL="0">
              <a:buNone/>
            </a:pPr>
            <a:r>
              <a:rPr lang="en-US" sz="2800" b="1" dirty="0">
                <a:solidFill>
                  <a:schemeClr val="tx1"/>
                </a:solidFill>
              </a:rPr>
              <a:t>Pan Am</a:t>
            </a:r>
            <a:endParaRPr lang="en-US" sz="2800" dirty="0"/>
          </a:p>
        </p:txBody>
      </p:sp>
      <p:sp>
        <p:nvSpPr>
          <p:cNvPr id="9" name="Rounded 166"/>
          <p:cNvSpPr/>
          <p:nvPr/>
        </p:nvSpPr>
        <p:spPr>
          <a:xfrm>
            <a:off x="5181448" y="3017520"/>
            <a:ext cx="1828800" cy="822960"/>
          </a:xfrm>
          <a:prstGeom prst="roundRect">
            <a:avLst>
              <a:gd name="adj" fmla="val 50000"/>
            </a:avLst>
          </a:prstGeom>
          <a:solidFill>
            <a:schemeClr val="accent4"/>
          </a:solidFill>
          <a:ln/>
        </p:spPr>
      </p:sp>
      <p:sp>
        <p:nvSpPr>
          <p:cNvPr id="10" name="Text 167"/>
          <p:cNvSpPr txBox="1"/>
          <p:nvPr/>
        </p:nvSpPr>
        <p:spPr>
          <a:xfrm>
            <a:off x="5181448" y="3017520"/>
            <a:ext cx="1828800" cy="822960"/>
          </a:xfrm>
          <a:prstGeom prst="rect">
            <a:avLst/>
          </a:prstGeom>
          <a:noFill/>
          <a:ln/>
        </p:spPr>
        <p:txBody>
          <a:bodyPr wrap="square" lIns="0" tIns="0" rIns="0" bIns="0" rtlCol="0" anchor="ctr"/>
          <a:lstStyle/>
          <a:p>
            <a:pPr algn="ctr" indent="0" marL="0">
              <a:buNone/>
            </a:pPr>
            <a:r>
              <a:rPr lang="en-US" sz="2800" b="1" dirty="0">
                <a:solidFill>
                  <a:schemeClr val="tx1"/>
                </a:solidFill>
              </a:rPr>
              <a:t>…</a:t>
            </a:r>
            <a:endParaRPr lang="en-US" sz="2800" dirty="0"/>
          </a:p>
        </p:txBody>
      </p:sp>
      <p:sp>
        <p:nvSpPr>
          <p:cNvPr id="11" name="Rounded 168"/>
          <p:cNvSpPr/>
          <p:nvPr/>
        </p:nvSpPr>
        <p:spPr>
          <a:xfrm>
            <a:off x="7284568" y="3017520"/>
            <a:ext cx="1828800" cy="822960"/>
          </a:xfrm>
          <a:prstGeom prst="roundRect">
            <a:avLst>
              <a:gd name="adj" fmla="val 50000"/>
            </a:avLst>
          </a:prstGeom>
          <a:solidFill>
            <a:schemeClr val="accent4"/>
          </a:solidFill>
          <a:ln/>
        </p:spPr>
      </p:sp>
      <p:sp>
        <p:nvSpPr>
          <p:cNvPr id="12" name="Text 169"/>
          <p:cNvSpPr txBox="1"/>
          <p:nvPr/>
        </p:nvSpPr>
        <p:spPr>
          <a:xfrm>
            <a:off x="7284568" y="3017520"/>
            <a:ext cx="1828800" cy="822960"/>
          </a:xfrm>
          <a:prstGeom prst="rect">
            <a:avLst/>
          </a:prstGeom>
          <a:noFill/>
          <a:ln/>
        </p:spPr>
        <p:txBody>
          <a:bodyPr wrap="square" lIns="0" tIns="0" rIns="0" bIns="0" rtlCol="0" anchor="ctr"/>
          <a:lstStyle/>
          <a:p>
            <a:pPr algn="ctr" indent="0" marL="0">
              <a:buNone/>
            </a:pPr>
            <a:r>
              <a:rPr lang="en-US" sz="2800" b="1" dirty="0">
                <a:solidFill>
                  <a:schemeClr val="tx1"/>
                </a:solidFill>
              </a:rPr>
              <a:t>…</a:t>
            </a:r>
            <a:endParaRPr lang="en-US" sz="2800" dirty="0"/>
          </a:p>
        </p:txBody>
      </p:sp>
      <p:sp>
        <p:nvSpPr>
          <p:cNvPr id="13" name="Rounded 170"/>
          <p:cNvSpPr/>
          <p:nvPr/>
        </p:nvSpPr>
        <p:spPr>
          <a:xfrm>
            <a:off x="9387688" y="3017520"/>
            <a:ext cx="1828800" cy="822960"/>
          </a:xfrm>
          <a:prstGeom prst="roundRect">
            <a:avLst>
              <a:gd name="adj" fmla="val 50000"/>
            </a:avLst>
          </a:prstGeom>
          <a:solidFill>
            <a:schemeClr val="accent4"/>
          </a:solidFill>
          <a:ln/>
        </p:spPr>
      </p:sp>
      <p:sp>
        <p:nvSpPr>
          <p:cNvPr id="14" name="Text 171"/>
          <p:cNvSpPr txBox="1"/>
          <p:nvPr/>
        </p:nvSpPr>
        <p:spPr>
          <a:xfrm>
            <a:off x="9387688" y="3017520"/>
            <a:ext cx="1828800" cy="822960"/>
          </a:xfrm>
          <a:prstGeom prst="rect">
            <a:avLst/>
          </a:prstGeom>
          <a:noFill/>
          <a:ln/>
        </p:spPr>
        <p:txBody>
          <a:bodyPr wrap="square" lIns="0" tIns="0" rIns="0" bIns="0" rtlCol="0" anchor="ctr"/>
          <a:lstStyle/>
          <a:p>
            <a:pPr algn="ctr" indent="0" marL="0">
              <a:buNone/>
            </a:pPr>
            <a:r>
              <a:rPr lang="en-US" sz="2800" b="1" dirty="0">
                <a:solidFill>
                  <a:schemeClr val="tx1"/>
                </a:solidFill>
              </a:rPr>
              <a:t>…</a:t>
            </a:r>
            <a:endParaRPr lang="en-US" sz="2800" dirty="0"/>
          </a:p>
        </p:txBody>
      </p:sp>
      <p:sp>
        <p:nvSpPr>
          <p:cNvPr id="15" name="Text 172"/>
          <p:cNvSpPr txBox="1"/>
          <p:nvPr/>
        </p:nvSpPr>
        <p:spPr>
          <a:xfrm>
            <a:off x="975208" y="2377440"/>
            <a:ext cx="4114800" cy="457200"/>
          </a:xfrm>
          <a:prstGeom prst="rect">
            <a:avLst/>
          </a:prstGeom>
          <a:noFill/>
          <a:ln/>
        </p:spPr>
        <p:txBody>
          <a:bodyPr wrap="square" lIns="0" tIns="0" rIns="0" bIns="0" rtlCol="0" anchor="ctr"/>
          <a:lstStyle/>
          <a:p>
            <a:pPr indent="0" marL="0">
              <a:buNone/>
            </a:pPr>
            <a:r>
              <a:rPr lang="en-US" sz="2900" b="1" dirty="0">
                <a:solidFill>
                  <a:schemeClr val="accent1"/>
                </a:solidFill>
              </a:rPr>
              <a:t>Front of the line</a:t>
            </a:r>
            <a:endParaRPr lang="en-US" sz="2900" dirty="0"/>
          </a:p>
        </p:txBody>
      </p:sp>
      <p:sp>
        <p:nvSpPr>
          <p:cNvPr id="16" name="Text 173"/>
          <p:cNvSpPr txBox="1"/>
          <p:nvPr/>
        </p:nvSpPr>
        <p:spPr>
          <a:xfrm>
            <a:off x="3078328" y="4069080"/>
            <a:ext cx="7315200" cy="457200"/>
          </a:xfrm>
          <a:prstGeom prst="rect">
            <a:avLst/>
          </a:prstGeom>
          <a:noFill/>
          <a:ln/>
        </p:spPr>
        <p:txBody>
          <a:bodyPr wrap="square" lIns="0" tIns="0" rIns="0" bIns="0" rtlCol="0" anchor="ctr"/>
          <a:lstStyle/>
          <a:p>
            <a:pPr indent="0" marL="0">
              <a:buNone/>
            </a:pPr>
            <a:r>
              <a:rPr lang="en-US" sz="2900" dirty="0">
                <a:solidFill>
                  <a:schemeClr val="tx2"/>
                </a:solidFill>
              </a:rPr>
              <a:t>Still negotiating with Boeing and Douglas</a:t>
            </a:r>
            <a:endParaRPr lang="en-US" sz="29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74"/>
          <p:cNvSpPr txBox="1"/>
          <p:nvPr/>
        </p:nvSpPr>
        <p:spPr>
          <a:xfrm>
            <a:off x="731520" y="1554480"/>
            <a:ext cx="10728655" cy="274320"/>
          </a:xfrm>
          <a:prstGeom prst="rect">
            <a:avLst/>
          </a:prstGeom>
          <a:noFill/>
          <a:ln/>
        </p:spPr>
        <p:txBody>
          <a:bodyPr wrap="square" lIns="0" tIns="0" rIns="0" bIns="0" rtlCol="0" anchor="ctr"/>
          <a:lstStyle/>
          <a:p>
            <a:pPr algn="ctr" indent="0" marL="0">
              <a:buNone/>
            </a:pPr>
            <a:r>
              <a:rPr lang="en-US" sz="2000" b="1" spc="300" kern="0" dirty="0">
                <a:solidFill>
                  <a:schemeClr val="accent1"/>
                </a:solidFill>
              </a:rPr>
              <a:t>DECEMBER 1941 · BLACK SWAN</a:t>
            </a:r>
            <a:endParaRPr lang="en-US" sz="2000" dirty="0"/>
          </a:p>
        </p:txBody>
      </p:sp>
      <p:sp>
        <p:nvSpPr>
          <p:cNvPr id="3" name="Text 175"/>
          <p:cNvSpPr txBox="1"/>
          <p:nvPr/>
        </p:nvSpPr>
        <p:spPr>
          <a:xfrm>
            <a:off x="731520" y="1920240"/>
            <a:ext cx="10728655" cy="2286000"/>
          </a:xfrm>
          <a:prstGeom prst="rect">
            <a:avLst/>
          </a:prstGeom>
          <a:noFill/>
          <a:ln/>
        </p:spPr>
        <p:txBody>
          <a:bodyPr wrap="square" lIns="0" tIns="0" rIns="0" bIns="0" rtlCol="0" anchor="t"/>
          <a:lstStyle/>
          <a:p>
            <a:pPr algn="ctr" indent="0" marL="0">
              <a:buNone/>
            </a:pPr>
            <a:r>
              <a:rPr lang="en-US" sz="6300" b="1" spc="-200" kern="0" dirty="0">
                <a:solidFill>
                  <a:schemeClr val="tx1"/>
                </a:solidFill>
              </a:rPr>
              <a:t>Pearl Harbor.</a:t>
            </a:r>
            <a:endParaRPr lang="en-US" sz="6300" dirty="0"/>
          </a:p>
          <a:p>
            <a:pPr algn="ctr" indent="0" marL="0">
              <a:buNone/>
            </a:pPr>
            <a:r>
              <a:rPr lang="en-US" sz="6300" b="1" spc="-200" kern="0" dirty="0">
                <a:solidFill>
                  <a:schemeClr val="tx1"/>
                </a:solidFill>
              </a:rPr>
              <a:t>Every Connie goes to war.</a:t>
            </a:r>
            <a:endParaRPr lang="en-US" sz="6300" dirty="0"/>
          </a:p>
        </p:txBody>
      </p:sp>
      <p:sp>
        <p:nvSpPr>
          <p:cNvPr id="4" name="Text 176"/>
          <p:cNvSpPr txBox="1"/>
          <p:nvPr/>
        </p:nvSpPr>
        <p:spPr>
          <a:xfrm>
            <a:off x="731520" y="4389120"/>
            <a:ext cx="10728655" cy="548640"/>
          </a:xfrm>
          <a:prstGeom prst="rect">
            <a:avLst/>
          </a:prstGeom>
          <a:noFill/>
          <a:ln/>
        </p:spPr>
        <p:txBody>
          <a:bodyPr wrap="square" lIns="0" tIns="0" rIns="0" bIns="0" rtlCol="0" anchor="ctr"/>
          <a:lstStyle/>
          <a:p>
            <a:pPr algn="ctr" indent="0" marL="0">
              <a:buNone/>
            </a:pPr>
            <a:r>
              <a:rPr lang="en-US" sz="3400" dirty="0">
                <a:solidFill>
                  <a:schemeClr val="tx2"/>
                </a:solidFill>
              </a:rPr>
              <a:t>The exclusive contract becomes a piece of paper</a:t>
            </a:r>
            <a:endParaRPr lang="en-US" sz="34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lIns="0" tIns="0" rIns="0" bIns="0" rtlCol="0" anchor="ctr"/>
          <a:lstStyle/>
          <a:p>
            <a:pPr algn="ctr" indent="0" marL="0">
              <a:buNone/>
            </a:pPr>
            <a:r>
              <a:rPr lang="en-US" sz="4000" b="1" spc="-100" kern="0" dirty="0">
                <a:solidFill>
                  <a:schemeClr val="tx1"/>
                </a:solidFill>
              </a:rPr>
              <a:t>The Next Era Came Very Quickly</a:t>
            </a:r>
            <a:endParaRPr lang="en-US" sz="4000" dirty="0"/>
          </a:p>
        </p:txBody>
      </p:sp>
      <p:sp>
        <p:nvSpPr>
          <p:cNvPr id="3" name="Text 0"/>
          <p:cNvSpPr/>
          <p:nvPr>
            <p:ph idx="101" type="body" hasCustomPrompt="1"/>
          </p:nvPr>
        </p:nvSpPr>
        <p:spPr>
          <a:xfrm>
            <a:off x="731520" y="1554480"/>
            <a:ext cx="10728655" cy="548640"/>
          </a:xfrm>
          <a:prstGeom prst="rect">
            <a:avLst/>
          </a:prstGeom>
          <a:noFill/>
          <a:ln/>
        </p:spPr>
        <p:txBody>
          <a:bodyPr wrap="square" lIns="0" tIns="0" rIns="0" bIns="0" rtlCol="0" anchor="t"/>
          <a:lstStyle/>
          <a:p>
            <a:pPr algn="ctr" indent="0" marL="0">
              <a:buNone/>
            </a:pPr>
            <a:r>
              <a:rPr lang="en-US" sz="3000" dirty="0">
                <a:solidFill>
                  <a:schemeClr val="tx2"/>
                </a:solidFill>
              </a:rPr>
              <a:t>Cruise speed, same scale</a:t>
            </a:r>
            <a:endParaRPr lang="en-US" sz="3000" dirty="0"/>
          </a:p>
        </p:txBody>
      </p:sp>
      <p:sp>
        <p:nvSpPr>
          <p:cNvPr id="4" name="Text 0"/>
          <p:cNvSpPr/>
          <p:nvPr>
            <p:ph idx="102" type="body" hasCustomPrompt="1"/>
          </p:nvPr>
        </p:nvSpPr>
        <p:spPr>
          <a:xfrm>
            <a:off x="731520" y="5486400"/>
            <a:ext cx="10728655" cy="777240"/>
          </a:xfrm>
          <a:prstGeom prst="rect">
            <a:avLst/>
          </a:prstGeom>
          <a:noFill/>
          <a:ln/>
        </p:spPr>
        <p:txBody>
          <a:bodyPr wrap="square" lIns="0" tIns="0" rIns="0" bIns="0" rtlCol="0" anchor="ctr"/>
          <a:lstStyle/>
          <a:p>
            <a:pPr algn="ctr" indent="0" marL="0">
              <a:buNone/>
            </a:pPr>
            <a:r>
              <a:rPr lang="en-US" sz="3400" dirty="0">
                <a:solidFill>
                  <a:schemeClr val="tx1"/>
                </a:solidFill>
              </a:rPr>
              <a:t>Nearly twice as fast</a:t>
            </a:r>
            <a:endParaRPr lang="en-US" sz="3400" dirty="0"/>
          </a:p>
        </p:txBody>
      </p:sp>
      <p:sp>
        <p:nvSpPr>
          <p:cNvPr id="5" name="Text 177"/>
          <p:cNvSpPr txBox="1"/>
          <p:nvPr/>
        </p:nvSpPr>
        <p:spPr>
          <a:xfrm>
            <a:off x="548640" y="1874520"/>
            <a:ext cx="2834640" cy="274320"/>
          </a:xfrm>
          <a:prstGeom prst="rect">
            <a:avLst/>
          </a:prstGeom>
          <a:noFill/>
          <a:ln/>
        </p:spPr>
        <p:txBody>
          <a:bodyPr wrap="square" lIns="0" tIns="0" rIns="0" bIns="0" rtlCol="0" anchor="ctr"/>
          <a:lstStyle/>
          <a:p>
            <a:pPr algn="r" indent="0" marL="0">
              <a:buNone/>
            </a:pPr>
            <a:r>
              <a:rPr lang="en-US" sz="2000" b="1" spc="300" kern="0" dirty="0">
                <a:solidFill>
                  <a:schemeClr val="tx2"/>
                </a:solidFill>
              </a:rPr>
              <a:t>1957</a:t>
            </a:r>
            <a:endParaRPr lang="en-US" sz="2000" dirty="0"/>
          </a:p>
        </p:txBody>
      </p:sp>
      <p:sp>
        <p:nvSpPr>
          <p:cNvPr id="6" name="Text 178"/>
          <p:cNvSpPr txBox="1"/>
          <p:nvPr/>
        </p:nvSpPr>
        <p:spPr>
          <a:xfrm>
            <a:off x="548640" y="2286000"/>
            <a:ext cx="2834640" cy="548640"/>
          </a:xfrm>
          <a:prstGeom prst="rect">
            <a:avLst/>
          </a:prstGeom>
          <a:noFill/>
          <a:ln/>
        </p:spPr>
        <p:txBody>
          <a:bodyPr wrap="square" lIns="0" tIns="0" rIns="0" bIns="0" rtlCol="0" anchor="ctr"/>
          <a:lstStyle/>
          <a:p>
            <a:pPr algn="r" indent="0" marL="0">
              <a:buNone/>
            </a:pPr>
            <a:r>
              <a:rPr lang="en-US" sz="3000" b="1" dirty="0">
                <a:solidFill>
                  <a:schemeClr val="tx1"/>
                </a:solidFill>
              </a:rPr>
              <a:t>Super Star</a:t>
            </a:r>
            <a:endParaRPr lang="en-US" sz="3000" dirty="0"/>
          </a:p>
        </p:txBody>
      </p:sp>
      <p:sp>
        <p:nvSpPr>
          <p:cNvPr id="7" name="Shape 179"/>
          <p:cNvSpPr/>
          <p:nvPr/>
        </p:nvSpPr>
        <p:spPr>
          <a:xfrm>
            <a:off x="3657600" y="2542032"/>
            <a:ext cx="2731008" cy="36576"/>
          </a:xfrm>
          <a:prstGeom prst="rect">
            <a:avLst/>
          </a:prstGeom>
          <a:solidFill>
            <a:schemeClr val="accent2"/>
          </a:solidFill>
          <a:ln/>
        </p:spPr>
      </p:sp>
      <p:sp>
        <p:nvSpPr>
          <p:cNvPr id="8" name="Rounded 180"/>
          <p:cNvSpPr/>
          <p:nvPr/>
        </p:nvSpPr>
        <p:spPr>
          <a:xfrm>
            <a:off x="6388608" y="2331720"/>
            <a:ext cx="113792" cy="457200"/>
          </a:xfrm>
          <a:prstGeom prst="roundRect">
            <a:avLst>
              <a:gd name="adj" fmla="val 40179"/>
            </a:avLst>
          </a:prstGeom>
          <a:solidFill>
            <a:schemeClr val="accent1"/>
          </a:solidFill>
          <a:ln/>
        </p:spPr>
      </p:sp>
      <p:sp>
        <p:nvSpPr>
          <p:cNvPr id="9" name="Text 181"/>
          <p:cNvSpPr txBox="1"/>
          <p:nvPr/>
        </p:nvSpPr>
        <p:spPr>
          <a:xfrm>
            <a:off x="6731000" y="2258568"/>
            <a:ext cx="3108960" cy="603504"/>
          </a:xfrm>
          <a:prstGeom prst="rect">
            <a:avLst/>
          </a:prstGeom>
          <a:noFill/>
          <a:ln/>
        </p:spPr>
        <p:txBody>
          <a:bodyPr wrap="square" lIns="0" tIns="0" rIns="0" bIns="0" rtlCol="0" anchor="ctr"/>
          <a:lstStyle/>
          <a:p>
            <a:pPr indent="0" marL="0">
              <a:buNone/>
            </a:pPr>
            <a:r>
              <a:rPr lang="en-US" sz="2800" b="1" dirty="0">
                <a:solidFill>
                  <a:schemeClr val="tx1"/>
                </a:solidFill>
              </a:rPr>
              <a:t>480–500 km/h</a:t>
            </a:r>
            <a:endParaRPr lang="en-US" sz="2800" dirty="0"/>
          </a:p>
        </p:txBody>
      </p:sp>
      <p:sp>
        <p:nvSpPr>
          <p:cNvPr id="10" name="Text 182"/>
          <p:cNvSpPr txBox="1"/>
          <p:nvPr/>
        </p:nvSpPr>
        <p:spPr>
          <a:xfrm>
            <a:off x="548640" y="3291840"/>
            <a:ext cx="2834640" cy="274320"/>
          </a:xfrm>
          <a:prstGeom prst="rect">
            <a:avLst/>
          </a:prstGeom>
          <a:noFill/>
          <a:ln/>
        </p:spPr>
        <p:txBody>
          <a:bodyPr wrap="square" lIns="0" tIns="0" rIns="0" bIns="0" rtlCol="0" anchor="ctr"/>
          <a:lstStyle/>
          <a:p>
            <a:pPr algn="r" indent="0" marL="0">
              <a:buNone/>
            </a:pPr>
            <a:r>
              <a:rPr lang="en-US" sz="2000" b="1" spc="300" kern="0" dirty="0">
                <a:solidFill>
                  <a:schemeClr val="tx2"/>
                </a:solidFill>
              </a:rPr>
              <a:t>1960</a:t>
            </a:r>
            <a:endParaRPr lang="en-US" sz="2000" dirty="0"/>
          </a:p>
        </p:txBody>
      </p:sp>
      <p:sp>
        <p:nvSpPr>
          <p:cNvPr id="11" name="Text 183"/>
          <p:cNvSpPr txBox="1"/>
          <p:nvPr/>
        </p:nvSpPr>
        <p:spPr>
          <a:xfrm>
            <a:off x="548640" y="3703320"/>
            <a:ext cx="2834640" cy="548640"/>
          </a:xfrm>
          <a:prstGeom prst="rect">
            <a:avLst/>
          </a:prstGeom>
          <a:noFill/>
          <a:ln/>
        </p:spPr>
        <p:txBody>
          <a:bodyPr wrap="square" lIns="0" tIns="0" rIns="0" bIns="0" rtlCol="0" anchor="ctr"/>
          <a:lstStyle/>
          <a:p>
            <a:pPr algn="r" indent="0" marL="0">
              <a:buNone/>
            </a:pPr>
            <a:r>
              <a:rPr lang="en-US" sz="3000" b="1" dirty="0">
                <a:solidFill>
                  <a:schemeClr val="tx1"/>
                </a:solidFill>
              </a:rPr>
              <a:t>Boeing 707</a:t>
            </a:r>
            <a:endParaRPr lang="en-US" sz="3000" dirty="0"/>
          </a:p>
        </p:txBody>
      </p:sp>
      <p:sp>
        <p:nvSpPr>
          <p:cNvPr id="12" name="Shape 184"/>
          <p:cNvSpPr/>
          <p:nvPr/>
        </p:nvSpPr>
        <p:spPr>
          <a:xfrm>
            <a:off x="3657600" y="3959352"/>
            <a:ext cx="5006848" cy="36576"/>
          </a:xfrm>
          <a:prstGeom prst="rect">
            <a:avLst/>
          </a:prstGeom>
          <a:solidFill>
            <a:schemeClr val="accent2"/>
          </a:solidFill>
          <a:ln/>
        </p:spPr>
      </p:sp>
      <p:sp>
        <p:nvSpPr>
          <p:cNvPr id="13" name="Rounded 185"/>
          <p:cNvSpPr/>
          <p:nvPr/>
        </p:nvSpPr>
        <p:spPr>
          <a:xfrm>
            <a:off x="8664448" y="3749040"/>
            <a:ext cx="113792" cy="457200"/>
          </a:xfrm>
          <a:prstGeom prst="roundRect">
            <a:avLst>
              <a:gd name="adj" fmla="val 40179"/>
            </a:avLst>
          </a:prstGeom>
          <a:solidFill>
            <a:schemeClr val="accent5"/>
          </a:solidFill>
          <a:ln/>
        </p:spPr>
      </p:sp>
      <p:sp>
        <p:nvSpPr>
          <p:cNvPr id="14" name="Text 186"/>
          <p:cNvSpPr txBox="1"/>
          <p:nvPr/>
        </p:nvSpPr>
        <p:spPr>
          <a:xfrm>
            <a:off x="9006840" y="3675888"/>
            <a:ext cx="3108960" cy="603504"/>
          </a:xfrm>
          <a:prstGeom prst="rect">
            <a:avLst/>
          </a:prstGeom>
          <a:noFill/>
          <a:ln/>
        </p:spPr>
        <p:txBody>
          <a:bodyPr wrap="square" lIns="0" tIns="0" rIns="0" bIns="0" rtlCol="0" anchor="ctr"/>
          <a:lstStyle/>
          <a:p>
            <a:pPr indent="0" marL="0">
              <a:buNone/>
            </a:pPr>
            <a:r>
              <a:rPr lang="en-US" sz="2800" b="1" dirty="0">
                <a:solidFill>
                  <a:schemeClr val="tx1"/>
                </a:solidFill>
              </a:rPr>
              <a:t>880–900 km/h</a:t>
            </a:r>
            <a:endParaRPr lang="en-US" sz="2800" dirty="0"/>
          </a:p>
        </p:txBody>
      </p:sp>
      <p:sp>
        <p:nvSpPr>
          <p:cNvPr id="15" name="Line 187"/>
          <p:cNvSpPr/>
          <p:nvPr/>
        </p:nvSpPr>
        <p:spPr>
          <a:xfrm>
            <a:off x="3657600" y="4892040"/>
            <a:ext cx="5120640" cy="0"/>
          </a:xfrm>
          <a:prstGeom prst="line">
            <a:avLst/>
          </a:prstGeom>
          <a:noFill/>
          <a:ln w="9525">
            <a:solidFill>
              <a:schemeClr val="accent2"/>
            </a:solidFill>
            <a:prstDash val="solid"/>
          </a:ln>
        </p:spPr>
      </p:sp>
      <p:sp>
        <p:nvSpPr>
          <p:cNvPr id="16" name="Line 188"/>
          <p:cNvSpPr/>
          <p:nvPr/>
        </p:nvSpPr>
        <p:spPr>
          <a:xfrm>
            <a:off x="3657600" y="4837176"/>
            <a:ext cx="0" cy="109728"/>
          </a:xfrm>
          <a:prstGeom prst="line">
            <a:avLst/>
          </a:prstGeom>
          <a:noFill/>
          <a:ln w="9525">
            <a:solidFill>
              <a:schemeClr val="accent2"/>
            </a:solidFill>
            <a:prstDash val="solid"/>
          </a:ln>
        </p:spPr>
      </p:sp>
      <p:sp>
        <p:nvSpPr>
          <p:cNvPr id="17" name="Text 189"/>
          <p:cNvSpPr txBox="1"/>
          <p:nvPr/>
        </p:nvSpPr>
        <p:spPr>
          <a:xfrm>
            <a:off x="3200400" y="4983480"/>
            <a:ext cx="914400" cy="274320"/>
          </a:xfrm>
          <a:prstGeom prst="rect">
            <a:avLst/>
          </a:prstGeom>
          <a:noFill/>
          <a:ln/>
        </p:spPr>
        <p:txBody>
          <a:bodyPr wrap="square" lIns="0" tIns="0" rIns="0" bIns="0" rtlCol="0" anchor="ctr"/>
          <a:lstStyle/>
          <a:p>
            <a:pPr algn="ctr" indent="0" marL="0">
              <a:buNone/>
            </a:pPr>
            <a:r>
              <a:rPr lang="en-US" sz="2300" dirty="0">
                <a:solidFill>
                  <a:schemeClr val="tx2"/>
                </a:solidFill>
              </a:rPr>
              <a:t>0</a:t>
            </a:r>
            <a:endParaRPr lang="en-US" sz="2300" dirty="0"/>
          </a:p>
        </p:txBody>
      </p:sp>
      <p:sp>
        <p:nvSpPr>
          <p:cNvPr id="18" name="Line 190"/>
          <p:cNvSpPr/>
          <p:nvPr/>
        </p:nvSpPr>
        <p:spPr>
          <a:xfrm>
            <a:off x="5364480" y="4837176"/>
            <a:ext cx="0" cy="109728"/>
          </a:xfrm>
          <a:prstGeom prst="line">
            <a:avLst/>
          </a:prstGeom>
          <a:noFill/>
          <a:ln w="9525">
            <a:solidFill>
              <a:schemeClr val="accent2"/>
            </a:solidFill>
            <a:prstDash val="solid"/>
          </a:ln>
        </p:spPr>
      </p:sp>
      <p:sp>
        <p:nvSpPr>
          <p:cNvPr id="19" name="Text 191"/>
          <p:cNvSpPr txBox="1"/>
          <p:nvPr/>
        </p:nvSpPr>
        <p:spPr>
          <a:xfrm>
            <a:off x="4907280" y="4983480"/>
            <a:ext cx="914400" cy="274320"/>
          </a:xfrm>
          <a:prstGeom prst="rect">
            <a:avLst/>
          </a:prstGeom>
          <a:noFill/>
          <a:ln/>
        </p:spPr>
        <p:txBody>
          <a:bodyPr wrap="square" lIns="0" tIns="0" rIns="0" bIns="0" rtlCol="0" anchor="ctr"/>
          <a:lstStyle/>
          <a:p>
            <a:pPr algn="ctr" indent="0" marL="0">
              <a:buNone/>
            </a:pPr>
            <a:r>
              <a:rPr lang="en-US" sz="2300" dirty="0">
                <a:solidFill>
                  <a:schemeClr val="tx2"/>
                </a:solidFill>
              </a:rPr>
              <a:t>300</a:t>
            </a:r>
            <a:endParaRPr lang="en-US" sz="2300" dirty="0"/>
          </a:p>
        </p:txBody>
      </p:sp>
      <p:sp>
        <p:nvSpPr>
          <p:cNvPr id="20" name="Line 192"/>
          <p:cNvSpPr/>
          <p:nvPr/>
        </p:nvSpPr>
        <p:spPr>
          <a:xfrm>
            <a:off x="7071360" y="4837176"/>
            <a:ext cx="0" cy="109728"/>
          </a:xfrm>
          <a:prstGeom prst="line">
            <a:avLst/>
          </a:prstGeom>
          <a:noFill/>
          <a:ln w="9525">
            <a:solidFill>
              <a:schemeClr val="accent2"/>
            </a:solidFill>
            <a:prstDash val="solid"/>
          </a:ln>
        </p:spPr>
      </p:sp>
      <p:sp>
        <p:nvSpPr>
          <p:cNvPr id="21" name="Text 193"/>
          <p:cNvSpPr txBox="1"/>
          <p:nvPr/>
        </p:nvSpPr>
        <p:spPr>
          <a:xfrm>
            <a:off x="6614160" y="4983480"/>
            <a:ext cx="914400" cy="274320"/>
          </a:xfrm>
          <a:prstGeom prst="rect">
            <a:avLst/>
          </a:prstGeom>
          <a:noFill/>
          <a:ln/>
        </p:spPr>
        <p:txBody>
          <a:bodyPr wrap="square" lIns="0" tIns="0" rIns="0" bIns="0" rtlCol="0" anchor="ctr"/>
          <a:lstStyle/>
          <a:p>
            <a:pPr algn="ctr" indent="0" marL="0">
              <a:buNone/>
            </a:pPr>
            <a:r>
              <a:rPr lang="en-US" sz="2300" dirty="0">
                <a:solidFill>
                  <a:schemeClr val="tx2"/>
                </a:solidFill>
              </a:rPr>
              <a:t>600</a:t>
            </a:r>
            <a:endParaRPr lang="en-US" sz="2300" dirty="0"/>
          </a:p>
        </p:txBody>
      </p:sp>
      <p:sp>
        <p:nvSpPr>
          <p:cNvPr id="22" name="Line 194"/>
          <p:cNvSpPr/>
          <p:nvPr/>
        </p:nvSpPr>
        <p:spPr>
          <a:xfrm>
            <a:off x="8778240" y="4837176"/>
            <a:ext cx="0" cy="109728"/>
          </a:xfrm>
          <a:prstGeom prst="line">
            <a:avLst/>
          </a:prstGeom>
          <a:noFill/>
          <a:ln w="9525">
            <a:solidFill>
              <a:schemeClr val="accent2"/>
            </a:solidFill>
            <a:prstDash val="solid"/>
          </a:ln>
        </p:spPr>
      </p:sp>
      <p:sp>
        <p:nvSpPr>
          <p:cNvPr id="23" name="Text 195"/>
          <p:cNvSpPr txBox="1"/>
          <p:nvPr/>
        </p:nvSpPr>
        <p:spPr>
          <a:xfrm>
            <a:off x="8321040" y="4983480"/>
            <a:ext cx="914400" cy="274320"/>
          </a:xfrm>
          <a:prstGeom prst="rect">
            <a:avLst/>
          </a:prstGeom>
          <a:noFill/>
          <a:ln/>
        </p:spPr>
        <p:txBody>
          <a:bodyPr wrap="square" lIns="0" tIns="0" rIns="0" bIns="0" rtlCol="0" anchor="ctr"/>
          <a:lstStyle/>
          <a:p>
            <a:pPr algn="ctr" indent="0" marL="0">
              <a:buNone/>
            </a:pPr>
            <a:r>
              <a:rPr lang="en-US" sz="2300" dirty="0">
                <a:solidFill>
                  <a:schemeClr val="tx2"/>
                </a:solidFill>
              </a:rPr>
              <a:t>900</a:t>
            </a:r>
            <a:endParaRPr lang="en-US" sz="2300" dirty="0"/>
          </a:p>
        </p:txBody>
      </p:sp>
      <p:sp>
        <p:nvSpPr>
          <p:cNvPr id="24" name="Text 196"/>
          <p:cNvSpPr txBox="1"/>
          <p:nvPr/>
        </p:nvSpPr>
        <p:spPr>
          <a:xfrm>
            <a:off x="9098280" y="4983480"/>
            <a:ext cx="914400" cy="274320"/>
          </a:xfrm>
          <a:prstGeom prst="rect">
            <a:avLst/>
          </a:prstGeom>
          <a:noFill/>
          <a:ln/>
        </p:spPr>
        <p:txBody>
          <a:bodyPr wrap="square" lIns="0" tIns="0" rIns="0" bIns="0" rtlCol="0" anchor="ctr"/>
          <a:lstStyle/>
          <a:p>
            <a:pPr indent="0" marL="0">
              <a:buNone/>
            </a:pPr>
            <a:r>
              <a:rPr lang="en-US" sz="2300" dirty="0">
                <a:solidFill>
                  <a:schemeClr val="tx2"/>
                </a:solidFill>
              </a:rPr>
              <a:t>km/h</a:t>
            </a:r>
            <a:endParaRPr lang="en-US" sz="23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lIns="0" tIns="0" rIns="0" bIns="0" rtlCol="0" anchor="ctr"/>
          <a:lstStyle/>
          <a:p>
            <a:pPr algn="ctr" indent="0" marL="0">
              <a:buNone/>
            </a:pPr>
            <a:r>
              <a:rPr lang="en-US" sz="4000" b="1" spc="-100" kern="0" dirty="0">
                <a:solidFill>
                  <a:schemeClr val="tx1"/>
                </a:solidFill>
              </a:rPr>
              <a:t>Design and Testing</a:t>
            </a:r>
            <a:endParaRPr lang="en-US" sz="4000" dirty="0"/>
          </a:p>
        </p:txBody>
      </p:sp>
      <p:sp>
        <p:nvSpPr>
          <p:cNvPr id="3" name="Text 0"/>
          <p:cNvSpPr/>
          <p:nvPr>
            <p:ph idx="101" type="body" hasCustomPrompt="1"/>
          </p:nvPr>
        </p:nvSpPr>
        <p:spPr>
          <a:xfrm>
            <a:off x="731520" y="1554480"/>
            <a:ext cx="10728655" cy="548640"/>
          </a:xfrm>
          <a:prstGeom prst="rect">
            <a:avLst/>
          </a:prstGeom>
          <a:noFill/>
          <a:ln/>
        </p:spPr>
        <p:txBody>
          <a:bodyPr wrap="square" lIns="0" tIns="0" rIns="0" bIns="0" rtlCol="0" anchor="t"/>
          <a:lstStyle/>
          <a:p>
            <a:pPr algn="ctr" indent="0" marL="0">
              <a:buNone/>
            </a:pPr>
            <a:r>
              <a:rPr lang="en-US" sz="3000" dirty="0">
                <a:solidFill>
                  <a:schemeClr val="tx2"/>
                </a:solidFill>
              </a:rPr>
              <a:t>Behind the comfort lies an engineering system</a:t>
            </a:r>
            <a:endParaRPr lang="en-US" sz="3000" dirty="0"/>
          </a:p>
        </p:txBody>
      </p:sp>
      <p:sp>
        <p:nvSpPr>
          <p:cNvPr id="4" name="Text 0"/>
          <p:cNvSpPr/>
          <p:nvPr>
            <p:ph idx="102" type="body" hasCustomPrompt="1"/>
          </p:nvPr>
        </p:nvSpPr>
        <p:spPr>
          <a:xfrm>
            <a:off x="731520" y="5486400"/>
            <a:ext cx="10728655" cy="777240"/>
          </a:xfrm>
          <a:prstGeom prst="rect">
            <a:avLst/>
          </a:prstGeom>
          <a:noFill/>
          <a:ln/>
        </p:spPr>
        <p:txBody>
          <a:bodyPr wrap="square" lIns="0" tIns="0" rIns="0" bIns="0" rtlCol="0" anchor="ctr"/>
          <a:lstStyle/>
          <a:p>
            <a:pPr algn="ctr" indent="0" marL="0">
              <a:buNone/>
            </a:pPr>
            <a:r>
              <a:rPr lang="en-US" sz="3400" dirty="0">
                <a:solidFill>
                  <a:schemeClr val="tx1"/>
                </a:solidFill>
              </a:rPr>
              <a:t>Pressurization for passengers, hydraulics for pilots</a:t>
            </a:r>
            <a:endParaRPr lang="en-US" sz="3400" dirty="0"/>
          </a:p>
        </p:txBody>
      </p:sp>
      <p:sp>
        <p:nvSpPr>
          <p:cNvPr id="5" name="Rounded 197"/>
          <p:cNvSpPr/>
          <p:nvPr/>
        </p:nvSpPr>
        <p:spPr>
          <a:xfrm>
            <a:off x="731520" y="2148840"/>
            <a:ext cx="10728655" cy="1463040"/>
          </a:xfrm>
          <a:prstGeom prst="roundRect">
            <a:avLst>
              <a:gd name="adj" fmla="val 13750"/>
            </a:avLst>
          </a:prstGeom>
          <a:solidFill>
            <a:schemeClr val="bg2"/>
          </a:solidFill>
          <a:ln/>
        </p:spPr>
      </p:sp>
      <p:sp>
        <p:nvSpPr>
          <p:cNvPr id="6" name="Text 198"/>
          <p:cNvSpPr txBox="1"/>
          <p:nvPr/>
        </p:nvSpPr>
        <p:spPr>
          <a:xfrm>
            <a:off x="1188720" y="2532888"/>
            <a:ext cx="2743200" cy="274320"/>
          </a:xfrm>
          <a:prstGeom prst="rect">
            <a:avLst/>
          </a:prstGeom>
          <a:noFill/>
          <a:ln/>
        </p:spPr>
        <p:txBody>
          <a:bodyPr wrap="square" lIns="0" tIns="0" rIns="0" bIns="0" rtlCol="0" anchor="ctr"/>
          <a:lstStyle/>
          <a:p>
            <a:pPr algn="l" indent="0" marL="0">
              <a:buNone/>
            </a:pPr>
            <a:r>
              <a:rPr lang="en-US" sz="2000" b="1" spc="300" kern="0" dirty="0">
                <a:solidFill>
                  <a:schemeClr val="accent1"/>
                </a:solidFill>
              </a:rPr>
              <a:t>PASSENGERS</a:t>
            </a:r>
            <a:endParaRPr lang="en-US" sz="2000" dirty="0"/>
          </a:p>
        </p:txBody>
      </p:sp>
      <p:sp>
        <p:nvSpPr>
          <p:cNvPr id="7" name="Text 199"/>
          <p:cNvSpPr txBox="1"/>
          <p:nvPr/>
        </p:nvSpPr>
        <p:spPr>
          <a:xfrm>
            <a:off x="1097280" y="2788920"/>
            <a:ext cx="3657600" cy="548640"/>
          </a:xfrm>
          <a:prstGeom prst="rect">
            <a:avLst/>
          </a:prstGeom>
          <a:noFill/>
          <a:ln/>
        </p:spPr>
        <p:txBody>
          <a:bodyPr wrap="square" lIns="0" tIns="0" rIns="0" bIns="0" rtlCol="0" anchor="ctr"/>
          <a:lstStyle/>
          <a:p>
            <a:pPr indent="0" marL="0">
              <a:buNone/>
            </a:pPr>
            <a:r>
              <a:rPr lang="en-US" sz="3000" b="1" dirty="0">
                <a:solidFill>
                  <a:schemeClr val="tx1"/>
                </a:solidFill>
              </a:rPr>
              <a:t>Pressurization</a:t>
            </a:r>
            <a:endParaRPr lang="en-US" sz="3000" dirty="0"/>
          </a:p>
        </p:txBody>
      </p:sp>
      <p:sp>
        <p:nvSpPr>
          <p:cNvPr id="8" name="Rounded 200"/>
          <p:cNvSpPr/>
          <p:nvPr/>
        </p:nvSpPr>
        <p:spPr>
          <a:xfrm>
            <a:off x="4480560" y="2514600"/>
            <a:ext cx="3017520" cy="731520"/>
          </a:xfrm>
          <a:prstGeom prst="roundRect">
            <a:avLst>
              <a:gd name="adj" fmla="val 50000"/>
            </a:avLst>
          </a:prstGeom>
          <a:solidFill>
            <a:schemeClr val="accent1"/>
          </a:solidFill>
          <a:ln/>
        </p:spPr>
      </p:sp>
      <p:sp>
        <p:nvSpPr>
          <p:cNvPr id="9" name="Text 201"/>
          <p:cNvSpPr txBox="1"/>
          <p:nvPr/>
        </p:nvSpPr>
        <p:spPr>
          <a:xfrm>
            <a:off x="4480560" y="2514600"/>
            <a:ext cx="3017520" cy="731520"/>
          </a:xfrm>
          <a:prstGeom prst="rect">
            <a:avLst/>
          </a:prstGeom>
          <a:noFill/>
          <a:ln/>
        </p:spPr>
        <p:txBody>
          <a:bodyPr wrap="square" lIns="0" tIns="0" rIns="0" bIns="0" rtlCol="0" anchor="ctr"/>
          <a:lstStyle/>
          <a:p>
            <a:pPr algn="ctr" indent="0" marL="0">
              <a:buNone/>
            </a:pPr>
            <a:r>
              <a:rPr lang="en-US" sz="2200" b="1" dirty="0">
                <a:solidFill>
                  <a:schemeClr val="bg1"/>
                </a:solidFill>
              </a:rPr>
              <a:t>Cabin · higher pressure</a:t>
            </a:r>
            <a:endParaRPr lang="en-US" sz="2200" dirty="0"/>
          </a:p>
        </p:txBody>
      </p:sp>
      <p:sp>
        <p:nvSpPr>
          <p:cNvPr id="10" name="Text 202"/>
          <p:cNvSpPr txBox="1"/>
          <p:nvPr/>
        </p:nvSpPr>
        <p:spPr>
          <a:xfrm>
            <a:off x="7498080" y="2514600"/>
            <a:ext cx="548640" cy="731520"/>
          </a:xfrm>
          <a:prstGeom prst="rect">
            <a:avLst/>
          </a:prstGeom>
          <a:noFill/>
          <a:ln/>
        </p:spPr>
        <p:txBody>
          <a:bodyPr wrap="square" lIns="0" tIns="0" rIns="0" bIns="0" rtlCol="0" anchor="ctr"/>
          <a:lstStyle/>
          <a:p>
            <a:pPr algn="ctr" indent="0" marL="0">
              <a:buNone/>
            </a:pPr>
            <a:r>
              <a:rPr lang="en-US" sz="2900" dirty="0">
                <a:solidFill>
                  <a:schemeClr val="tx2"/>
                </a:solidFill>
              </a:rPr>
              <a:t>vs</a:t>
            </a:r>
            <a:endParaRPr lang="en-US" sz="2900" dirty="0"/>
          </a:p>
        </p:txBody>
      </p:sp>
      <p:sp>
        <p:nvSpPr>
          <p:cNvPr id="11" name="Rounded 203"/>
          <p:cNvSpPr/>
          <p:nvPr/>
        </p:nvSpPr>
        <p:spPr>
          <a:xfrm>
            <a:off x="8046720" y="2514600"/>
            <a:ext cx="3017520" cy="731520"/>
          </a:xfrm>
          <a:prstGeom prst="roundRect">
            <a:avLst>
              <a:gd name="adj" fmla="val 50000"/>
            </a:avLst>
          </a:prstGeom>
          <a:solidFill>
            <a:schemeClr val="accent4"/>
          </a:solidFill>
          <a:ln/>
        </p:spPr>
      </p:sp>
      <p:sp>
        <p:nvSpPr>
          <p:cNvPr id="12" name="Text 204"/>
          <p:cNvSpPr txBox="1"/>
          <p:nvPr/>
        </p:nvSpPr>
        <p:spPr>
          <a:xfrm>
            <a:off x="8046720" y="2514600"/>
            <a:ext cx="3017520" cy="731520"/>
          </a:xfrm>
          <a:prstGeom prst="rect">
            <a:avLst/>
          </a:prstGeom>
          <a:noFill/>
          <a:ln/>
        </p:spPr>
        <p:txBody>
          <a:bodyPr wrap="square" lIns="0" tIns="0" rIns="0" bIns="0" rtlCol="0" anchor="ctr"/>
          <a:lstStyle/>
          <a:p>
            <a:pPr algn="ctr" indent="0" marL="0">
              <a:buNone/>
            </a:pPr>
            <a:r>
              <a:rPr lang="en-US" sz="2200" b="1" dirty="0">
                <a:solidFill>
                  <a:schemeClr val="tx1"/>
                </a:solidFill>
              </a:rPr>
              <a:t>Outside · lower pressure</a:t>
            </a:r>
            <a:endParaRPr lang="en-US" sz="2200" dirty="0"/>
          </a:p>
        </p:txBody>
      </p:sp>
      <p:sp>
        <p:nvSpPr>
          <p:cNvPr id="13" name="Rounded 205"/>
          <p:cNvSpPr/>
          <p:nvPr/>
        </p:nvSpPr>
        <p:spPr>
          <a:xfrm>
            <a:off x="731520" y="3840480"/>
            <a:ext cx="10728655" cy="1463040"/>
          </a:xfrm>
          <a:prstGeom prst="roundRect">
            <a:avLst>
              <a:gd name="adj" fmla="val 13750"/>
            </a:avLst>
          </a:prstGeom>
          <a:solidFill>
            <a:schemeClr val="bg2"/>
          </a:solidFill>
          <a:ln/>
        </p:spPr>
      </p:sp>
      <p:sp>
        <p:nvSpPr>
          <p:cNvPr id="14" name="Text 206"/>
          <p:cNvSpPr txBox="1"/>
          <p:nvPr/>
        </p:nvSpPr>
        <p:spPr>
          <a:xfrm>
            <a:off x="1188720" y="4224528"/>
            <a:ext cx="2743200" cy="274320"/>
          </a:xfrm>
          <a:prstGeom prst="rect">
            <a:avLst/>
          </a:prstGeom>
          <a:noFill/>
          <a:ln/>
        </p:spPr>
        <p:txBody>
          <a:bodyPr wrap="square" lIns="0" tIns="0" rIns="0" bIns="0" rtlCol="0" anchor="ctr"/>
          <a:lstStyle/>
          <a:p>
            <a:pPr algn="l" indent="0" marL="0">
              <a:buNone/>
            </a:pPr>
            <a:r>
              <a:rPr lang="en-US" sz="2000" b="1" spc="300" kern="0" dirty="0">
                <a:solidFill>
                  <a:schemeClr val="accent1"/>
                </a:solidFill>
              </a:rPr>
              <a:t>PILOTS</a:t>
            </a:r>
            <a:endParaRPr lang="en-US" sz="2000" dirty="0"/>
          </a:p>
        </p:txBody>
      </p:sp>
      <p:sp>
        <p:nvSpPr>
          <p:cNvPr id="15" name="Text 207"/>
          <p:cNvSpPr txBox="1"/>
          <p:nvPr/>
        </p:nvSpPr>
        <p:spPr>
          <a:xfrm>
            <a:off x="1097280" y="4480560"/>
            <a:ext cx="3657600" cy="548640"/>
          </a:xfrm>
          <a:prstGeom prst="rect">
            <a:avLst/>
          </a:prstGeom>
          <a:noFill/>
          <a:ln/>
        </p:spPr>
        <p:txBody>
          <a:bodyPr wrap="square" lIns="0" tIns="0" rIns="0" bIns="0" rtlCol="0" anchor="ctr"/>
          <a:lstStyle/>
          <a:p>
            <a:pPr indent="0" marL="0">
              <a:buNone/>
            </a:pPr>
            <a:r>
              <a:rPr lang="en-US" sz="3000" b="1" dirty="0">
                <a:solidFill>
                  <a:schemeClr val="tx1"/>
                </a:solidFill>
              </a:rPr>
              <a:t>Hydraulic boost</a:t>
            </a:r>
            <a:endParaRPr lang="en-US" sz="3000" dirty="0"/>
          </a:p>
        </p:txBody>
      </p:sp>
      <p:sp>
        <p:nvSpPr>
          <p:cNvPr id="16" name="Rounded 208"/>
          <p:cNvSpPr/>
          <p:nvPr/>
        </p:nvSpPr>
        <p:spPr>
          <a:xfrm>
            <a:off x="4480560" y="4251960"/>
            <a:ext cx="2011680" cy="640080"/>
          </a:xfrm>
          <a:prstGeom prst="roundRect">
            <a:avLst>
              <a:gd name="adj" fmla="val 50000"/>
            </a:avLst>
          </a:prstGeom>
          <a:solidFill>
            <a:schemeClr val="accent4"/>
          </a:solidFill>
          <a:ln/>
        </p:spPr>
      </p:sp>
      <p:sp>
        <p:nvSpPr>
          <p:cNvPr id="17" name="Text 209"/>
          <p:cNvSpPr txBox="1"/>
          <p:nvPr/>
        </p:nvSpPr>
        <p:spPr>
          <a:xfrm>
            <a:off x="4480560" y="4251960"/>
            <a:ext cx="2011680" cy="640080"/>
          </a:xfrm>
          <a:prstGeom prst="rect">
            <a:avLst/>
          </a:prstGeom>
          <a:noFill/>
          <a:ln/>
        </p:spPr>
        <p:txBody>
          <a:bodyPr wrap="square" lIns="0" tIns="0" rIns="0" bIns="0" rtlCol="0" anchor="ctr"/>
          <a:lstStyle/>
          <a:p>
            <a:pPr algn="ctr" indent="0" marL="0">
              <a:buNone/>
            </a:pPr>
            <a:r>
              <a:rPr lang="en-US" sz="2000" b="1" dirty="0">
                <a:solidFill>
                  <a:schemeClr val="tx1"/>
                </a:solidFill>
              </a:rPr>
              <a:t>Pilot input</a:t>
            </a:r>
            <a:endParaRPr lang="en-US" sz="2000" dirty="0"/>
          </a:p>
        </p:txBody>
      </p:sp>
      <p:sp>
        <p:nvSpPr>
          <p:cNvPr id="18" name="Arrow 210"/>
          <p:cNvSpPr/>
          <p:nvPr/>
        </p:nvSpPr>
        <p:spPr>
          <a:xfrm>
            <a:off x="6565392" y="4572000"/>
            <a:ext cx="219456" cy="0"/>
          </a:xfrm>
          <a:prstGeom prst="line">
            <a:avLst/>
          </a:prstGeom>
          <a:noFill/>
          <a:ln w="19050">
            <a:solidFill>
              <a:schemeClr val="tx2"/>
            </a:solidFill>
            <a:prstDash val="solid"/>
            <a:tailEnd type="triangle"/>
          </a:ln>
        </p:spPr>
      </p:sp>
      <p:sp>
        <p:nvSpPr>
          <p:cNvPr id="19" name="Rounded 211"/>
          <p:cNvSpPr/>
          <p:nvPr/>
        </p:nvSpPr>
        <p:spPr>
          <a:xfrm>
            <a:off x="6858000" y="4251960"/>
            <a:ext cx="2011680" cy="640080"/>
          </a:xfrm>
          <a:prstGeom prst="roundRect">
            <a:avLst>
              <a:gd name="adj" fmla="val 50000"/>
            </a:avLst>
          </a:prstGeom>
          <a:solidFill>
            <a:schemeClr val="accent1"/>
          </a:solidFill>
          <a:ln/>
        </p:spPr>
      </p:sp>
      <p:sp>
        <p:nvSpPr>
          <p:cNvPr id="20" name="Text 212"/>
          <p:cNvSpPr txBox="1"/>
          <p:nvPr/>
        </p:nvSpPr>
        <p:spPr>
          <a:xfrm>
            <a:off x="6858000" y="4251960"/>
            <a:ext cx="2011680" cy="640080"/>
          </a:xfrm>
          <a:prstGeom prst="rect">
            <a:avLst/>
          </a:prstGeom>
          <a:noFill/>
          <a:ln/>
        </p:spPr>
        <p:txBody>
          <a:bodyPr wrap="square" lIns="0" tIns="0" rIns="0" bIns="0" rtlCol="0" anchor="ctr"/>
          <a:lstStyle/>
          <a:p>
            <a:pPr algn="ctr" indent="0" marL="0">
              <a:buNone/>
            </a:pPr>
            <a:r>
              <a:rPr lang="en-US" sz="2000" b="1" dirty="0">
                <a:solidFill>
                  <a:schemeClr val="bg1"/>
                </a:solidFill>
              </a:rPr>
              <a:t>Hydraulic boost</a:t>
            </a:r>
            <a:endParaRPr lang="en-US" sz="2000" dirty="0"/>
          </a:p>
        </p:txBody>
      </p:sp>
      <p:sp>
        <p:nvSpPr>
          <p:cNvPr id="21" name="Arrow 213"/>
          <p:cNvSpPr/>
          <p:nvPr/>
        </p:nvSpPr>
        <p:spPr>
          <a:xfrm>
            <a:off x="8942832" y="4572000"/>
            <a:ext cx="219456" cy="0"/>
          </a:xfrm>
          <a:prstGeom prst="line">
            <a:avLst/>
          </a:prstGeom>
          <a:noFill/>
          <a:ln w="19050">
            <a:solidFill>
              <a:schemeClr val="tx2"/>
            </a:solidFill>
            <a:prstDash val="solid"/>
            <a:tailEnd type="triangle"/>
          </a:ln>
        </p:spPr>
      </p:sp>
      <p:sp>
        <p:nvSpPr>
          <p:cNvPr id="22" name="Rounded 214"/>
          <p:cNvSpPr/>
          <p:nvPr/>
        </p:nvSpPr>
        <p:spPr>
          <a:xfrm>
            <a:off x="9235440" y="4251960"/>
            <a:ext cx="2011680" cy="640080"/>
          </a:xfrm>
          <a:prstGeom prst="roundRect">
            <a:avLst>
              <a:gd name="adj" fmla="val 50000"/>
            </a:avLst>
          </a:prstGeom>
          <a:solidFill>
            <a:schemeClr val="accent4"/>
          </a:solidFill>
          <a:ln/>
        </p:spPr>
      </p:sp>
      <p:sp>
        <p:nvSpPr>
          <p:cNvPr id="23" name="Text 215"/>
          <p:cNvSpPr txBox="1"/>
          <p:nvPr/>
        </p:nvSpPr>
        <p:spPr>
          <a:xfrm>
            <a:off x="9235440" y="4251960"/>
            <a:ext cx="2011680" cy="640080"/>
          </a:xfrm>
          <a:prstGeom prst="rect">
            <a:avLst/>
          </a:prstGeom>
          <a:noFill/>
          <a:ln/>
        </p:spPr>
        <p:txBody>
          <a:bodyPr wrap="square" lIns="0" tIns="0" rIns="0" bIns="0" rtlCol="0" anchor="ctr"/>
          <a:lstStyle/>
          <a:p>
            <a:pPr algn="ctr" indent="0" marL="0">
              <a:buNone/>
            </a:pPr>
            <a:r>
              <a:rPr lang="en-US" sz="2000" b="1" dirty="0">
                <a:solidFill>
                  <a:schemeClr val="tx1"/>
                </a:solidFill>
              </a:rPr>
              <a:t>Control surfaces</a:t>
            </a:r>
            <a:endParaRPr lang="en-US" sz="20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16"/>
          <p:cNvSpPr txBox="1"/>
          <p:nvPr/>
        </p:nvSpPr>
        <p:spPr>
          <a:xfrm>
            <a:off x="731520" y="1737360"/>
            <a:ext cx="10728655" cy="274320"/>
          </a:xfrm>
          <a:prstGeom prst="rect">
            <a:avLst/>
          </a:prstGeom>
          <a:noFill/>
          <a:ln/>
        </p:spPr>
        <p:txBody>
          <a:bodyPr wrap="square" lIns="0" tIns="0" rIns="0" bIns="0" rtlCol="0" anchor="ctr"/>
          <a:lstStyle/>
          <a:p>
            <a:pPr algn="ctr" indent="0" marL="0">
              <a:buNone/>
            </a:pPr>
            <a:r>
              <a:rPr lang="en-US" sz="2000" b="1" spc="300" kern="0" dirty="0">
                <a:solidFill>
                  <a:schemeClr val="accent1"/>
                </a:solidFill>
              </a:rPr>
              <a:t>FIRST FLIGHT</a:t>
            </a:r>
            <a:endParaRPr lang="en-US" sz="2000" dirty="0"/>
          </a:p>
        </p:txBody>
      </p:sp>
      <p:sp>
        <p:nvSpPr>
          <p:cNvPr id="3" name="Text 217"/>
          <p:cNvSpPr txBox="1"/>
          <p:nvPr/>
        </p:nvSpPr>
        <p:spPr>
          <a:xfrm>
            <a:off x="731520" y="2103120"/>
            <a:ext cx="10728655" cy="1188720"/>
          </a:xfrm>
          <a:prstGeom prst="rect">
            <a:avLst/>
          </a:prstGeom>
          <a:noFill/>
          <a:ln/>
        </p:spPr>
        <p:txBody>
          <a:bodyPr wrap="square" lIns="0" tIns="0" rIns="0" bIns="0" rtlCol="0" anchor="ctr"/>
          <a:lstStyle/>
          <a:p>
            <a:pPr algn="ctr" indent="0" marL="0">
              <a:buNone/>
            </a:pPr>
            <a:r>
              <a:rPr lang="en-US" sz="7200" b="1" spc="-200" kern="0" dirty="0">
                <a:solidFill>
                  <a:schemeClr val="tx1"/>
                </a:solidFill>
              </a:rPr>
              <a:t>January 9, 1943</a:t>
            </a:r>
            <a:endParaRPr lang="en-US" sz="7200" dirty="0"/>
          </a:p>
        </p:txBody>
      </p:sp>
      <p:sp>
        <p:nvSpPr>
          <p:cNvPr id="4" name="Text 218"/>
          <p:cNvSpPr txBox="1"/>
          <p:nvPr/>
        </p:nvSpPr>
        <p:spPr>
          <a:xfrm>
            <a:off x="731520" y="3429000"/>
            <a:ext cx="10728655" cy="548640"/>
          </a:xfrm>
          <a:prstGeom prst="rect">
            <a:avLst/>
          </a:prstGeom>
          <a:noFill/>
          <a:ln/>
        </p:spPr>
        <p:txBody>
          <a:bodyPr wrap="square" lIns="0" tIns="0" rIns="0" bIns="0" rtlCol="0" anchor="ctr"/>
          <a:lstStyle/>
          <a:p>
            <a:pPr algn="ctr" indent="0" marL="0">
              <a:buNone/>
            </a:pPr>
            <a:r>
              <a:rPr lang="en-US" sz="3400" dirty="0">
                <a:solidFill>
                  <a:schemeClr val="tx2"/>
                </a:solidFill>
              </a:rPr>
              <a:t>The prototype flies as the military C-69, from Burbank</a:t>
            </a:r>
            <a:endParaRPr lang="en-US" sz="34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lIns="0" tIns="0" rIns="0" bIns="0" rtlCol="0" anchor="ctr"/>
          <a:lstStyle/>
          <a:p>
            <a:pPr algn="ctr" indent="0" marL="0">
              <a:buNone/>
            </a:pPr>
            <a:r>
              <a:rPr lang="en-US" sz="4000" b="1" spc="-100" kern="0" dirty="0">
                <a:solidFill>
                  <a:schemeClr val="tx1"/>
                </a:solidFill>
              </a:rPr>
              <a:t>Key Milestones: 1939 to 1946</a:t>
            </a:r>
            <a:endParaRPr lang="en-US" sz="4000" dirty="0"/>
          </a:p>
        </p:txBody>
      </p:sp>
      <p:sp>
        <p:nvSpPr>
          <p:cNvPr id="3" name="Text 0"/>
          <p:cNvSpPr/>
          <p:nvPr>
            <p:ph idx="101" type="body" hasCustomPrompt="1"/>
          </p:nvPr>
        </p:nvSpPr>
        <p:spPr>
          <a:xfrm>
            <a:off x="731520" y="5486400"/>
            <a:ext cx="10728655" cy="777240"/>
          </a:xfrm>
          <a:prstGeom prst="rect">
            <a:avLst/>
          </a:prstGeom>
          <a:noFill/>
          <a:ln/>
        </p:spPr>
        <p:txBody>
          <a:bodyPr wrap="square" lIns="0" tIns="0" rIns="0" bIns="0" rtlCol="0" anchor="ctr"/>
          <a:lstStyle/>
          <a:p>
            <a:pPr algn="ctr" indent="0" marL="0">
              <a:buNone/>
            </a:pPr>
            <a:r>
              <a:rPr lang="en-US" sz="3400" dirty="0">
                <a:solidFill>
                  <a:schemeClr val="tx1"/>
                </a:solidFill>
              </a:rPr>
              <a:t>A launch rewritten by the war</a:t>
            </a:r>
            <a:endParaRPr lang="en-US" sz="3400" dirty="0"/>
          </a:p>
        </p:txBody>
      </p:sp>
      <p:sp>
        <p:nvSpPr>
          <p:cNvPr id="4" name="Rounded 219"/>
          <p:cNvSpPr/>
          <p:nvPr/>
        </p:nvSpPr>
        <p:spPr>
          <a:xfrm>
            <a:off x="4140926" y="2148840"/>
            <a:ext cx="5172891" cy="548640"/>
          </a:xfrm>
          <a:prstGeom prst="roundRect">
            <a:avLst>
              <a:gd name="adj" fmla="val 16667"/>
            </a:avLst>
          </a:prstGeom>
          <a:solidFill>
            <a:schemeClr val="bg2"/>
          </a:solidFill>
          <a:ln/>
        </p:spPr>
      </p:sp>
      <p:sp>
        <p:nvSpPr>
          <p:cNvPr id="5" name="Text 220"/>
          <p:cNvSpPr txBox="1"/>
          <p:nvPr/>
        </p:nvSpPr>
        <p:spPr>
          <a:xfrm>
            <a:off x="4140926" y="2148840"/>
            <a:ext cx="5172891" cy="548640"/>
          </a:xfrm>
          <a:prstGeom prst="rect">
            <a:avLst/>
          </a:prstGeom>
          <a:noFill/>
          <a:ln/>
        </p:spPr>
        <p:txBody>
          <a:bodyPr wrap="square" lIns="0" tIns="0" rIns="0" bIns="0" rtlCol="0" anchor="ctr"/>
          <a:lstStyle/>
          <a:p>
            <a:pPr algn="ctr" indent="0" marL="0">
              <a:buNone/>
            </a:pPr>
            <a:r>
              <a:rPr lang="en-US" sz="2300" dirty="0">
                <a:solidFill>
                  <a:schemeClr val="tx2"/>
                </a:solidFill>
              </a:rPr>
              <a:t>1942 · Military takes over production</a:t>
            </a:r>
            <a:endParaRPr lang="en-US" sz="2300" dirty="0"/>
          </a:p>
        </p:txBody>
      </p:sp>
      <p:sp>
        <p:nvSpPr>
          <p:cNvPr id="6" name="Line 221"/>
          <p:cNvSpPr/>
          <p:nvPr/>
        </p:nvSpPr>
        <p:spPr>
          <a:xfrm>
            <a:off x="5434149" y="2743200"/>
            <a:ext cx="0" cy="822960"/>
          </a:xfrm>
          <a:prstGeom prst="line">
            <a:avLst/>
          </a:prstGeom>
          <a:noFill/>
          <a:ln w="9525">
            <a:solidFill>
              <a:schemeClr val="accent2"/>
            </a:solidFill>
            <a:prstDash val="dash"/>
          </a:ln>
        </p:spPr>
      </p:sp>
      <p:sp>
        <p:nvSpPr>
          <p:cNvPr id="7" name="Line 222"/>
          <p:cNvSpPr/>
          <p:nvPr/>
        </p:nvSpPr>
        <p:spPr>
          <a:xfrm>
            <a:off x="1554480" y="3566160"/>
            <a:ext cx="9052560" cy="0"/>
          </a:xfrm>
          <a:prstGeom prst="line">
            <a:avLst/>
          </a:prstGeom>
          <a:noFill/>
          <a:ln w="12700">
            <a:solidFill>
              <a:schemeClr val="accent2"/>
            </a:solidFill>
            <a:prstDash val="solid"/>
          </a:ln>
        </p:spPr>
      </p:sp>
      <p:sp>
        <p:nvSpPr>
          <p:cNvPr id="8" name="Circle 223"/>
          <p:cNvSpPr/>
          <p:nvPr/>
        </p:nvSpPr>
        <p:spPr>
          <a:xfrm>
            <a:off x="1444752" y="3456432"/>
            <a:ext cx="219456" cy="219456"/>
          </a:xfrm>
          <a:prstGeom prst="ellipse">
            <a:avLst/>
          </a:prstGeom>
          <a:solidFill>
            <a:schemeClr val="accent5"/>
          </a:solidFill>
          <a:ln/>
        </p:spPr>
      </p:sp>
      <p:sp>
        <p:nvSpPr>
          <p:cNvPr id="9" name="Text 224"/>
          <p:cNvSpPr txBox="1"/>
          <p:nvPr/>
        </p:nvSpPr>
        <p:spPr>
          <a:xfrm>
            <a:off x="365760" y="2697480"/>
            <a:ext cx="2377440" cy="594360"/>
          </a:xfrm>
          <a:prstGeom prst="rect">
            <a:avLst/>
          </a:prstGeom>
          <a:noFill/>
          <a:ln/>
        </p:spPr>
        <p:txBody>
          <a:bodyPr wrap="square" lIns="0" tIns="0" rIns="0" bIns="0" rtlCol="0" anchor="ctr"/>
          <a:lstStyle/>
          <a:p>
            <a:pPr algn="ctr" indent="0" marL="0">
              <a:buNone/>
            </a:pPr>
            <a:r>
              <a:rPr lang="en-US" sz="4200" b="1" spc="-100" kern="0" dirty="0">
                <a:solidFill>
                  <a:schemeClr val="tx1"/>
                </a:solidFill>
              </a:rPr>
              <a:t>1939</a:t>
            </a:r>
            <a:endParaRPr lang="en-US" sz="4200" dirty="0"/>
          </a:p>
        </p:txBody>
      </p:sp>
      <p:sp>
        <p:nvSpPr>
          <p:cNvPr id="10" name="Text 225"/>
          <p:cNvSpPr txBox="1"/>
          <p:nvPr/>
        </p:nvSpPr>
        <p:spPr>
          <a:xfrm>
            <a:off x="365760" y="3886200"/>
            <a:ext cx="2377440" cy="731520"/>
          </a:xfrm>
          <a:prstGeom prst="rect">
            <a:avLst/>
          </a:prstGeom>
          <a:noFill/>
          <a:ln/>
        </p:spPr>
        <p:txBody>
          <a:bodyPr wrap="square" lIns="0" tIns="0" rIns="0" bIns="0" rtlCol="0" anchor="t"/>
          <a:lstStyle/>
          <a:p>
            <a:pPr algn="ctr" indent="0" marL="0">
              <a:buNone/>
            </a:pPr>
            <a:r>
              <a:rPr lang="en-US" sz="2600" dirty="0">
                <a:solidFill>
                  <a:schemeClr val="tx1"/>
                </a:solidFill>
              </a:rPr>
              <a:t>Secret R&amp;D</a:t>
            </a:r>
            <a:endParaRPr lang="en-US" sz="2600" dirty="0"/>
          </a:p>
        </p:txBody>
      </p:sp>
      <p:sp>
        <p:nvSpPr>
          <p:cNvPr id="11" name="Circle 226"/>
          <p:cNvSpPr/>
          <p:nvPr/>
        </p:nvSpPr>
        <p:spPr>
          <a:xfrm>
            <a:off x="4031198" y="3456432"/>
            <a:ext cx="219456" cy="219456"/>
          </a:xfrm>
          <a:prstGeom prst="ellipse">
            <a:avLst/>
          </a:prstGeom>
          <a:solidFill>
            <a:schemeClr val="accent5"/>
          </a:solidFill>
          <a:ln/>
        </p:spPr>
      </p:sp>
      <p:sp>
        <p:nvSpPr>
          <p:cNvPr id="12" name="Text 227"/>
          <p:cNvSpPr txBox="1"/>
          <p:nvPr/>
        </p:nvSpPr>
        <p:spPr>
          <a:xfrm>
            <a:off x="2952206" y="2697480"/>
            <a:ext cx="2377440" cy="594360"/>
          </a:xfrm>
          <a:prstGeom prst="rect">
            <a:avLst/>
          </a:prstGeom>
          <a:noFill/>
          <a:ln/>
        </p:spPr>
        <p:txBody>
          <a:bodyPr wrap="square" lIns="0" tIns="0" rIns="0" bIns="0" rtlCol="0" anchor="ctr"/>
          <a:lstStyle/>
          <a:p>
            <a:pPr algn="ctr" indent="0" marL="0">
              <a:buNone/>
            </a:pPr>
            <a:r>
              <a:rPr lang="en-US" sz="4200" b="1" spc="-100" kern="0" dirty="0">
                <a:solidFill>
                  <a:schemeClr val="tx1"/>
                </a:solidFill>
              </a:rPr>
              <a:t>1941</a:t>
            </a:r>
            <a:endParaRPr lang="en-US" sz="4200" dirty="0"/>
          </a:p>
        </p:txBody>
      </p:sp>
      <p:sp>
        <p:nvSpPr>
          <p:cNvPr id="13" name="Text 228"/>
          <p:cNvSpPr txBox="1"/>
          <p:nvPr/>
        </p:nvSpPr>
        <p:spPr>
          <a:xfrm>
            <a:off x="2952206" y="3886200"/>
            <a:ext cx="2377440" cy="731520"/>
          </a:xfrm>
          <a:prstGeom prst="rect">
            <a:avLst/>
          </a:prstGeom>
          <a:noFill/>
          <a:ln/>
        </p:spPr>
        <p:txBody>
          <a:bodyPr wrap="square" lIns="0" tIns="0" rIns="0" bIns="0" rtlCol="0" anchor="t"/>
          <a:lstStyle/>
          <a:p>
            <a:pPr algn="ctr" indent="0" marL="0">
              <a:buNone/>
            </a:pPr>
            <a:r>
              <a:rPr lang="en-US" sz="2600" dirty="0">
                <a:solidFill>
                  <a:schemeClr val="tx1"/>
                </a:solidFill>
              </a:rPr>
              <a:t>U.S. enters the war</a:t>
            </a:r>
            <a:endParaRPr lang="en-US" sz="2600" dirty="0"/>
          </a:p>
        </p:txBody>
      </p:sp>
      <p:sp>
        <p:nvSpPr>
          <p:cNvPr id="14" name="Circle 229"/>
          <p:cNvSpPr/>
          <p:nvPr/>
        </p:nvSpPr>
        <p:spPr>
          <a:xfrm>
            <a:off x="6617643" y="3456432"/>
            <a:ext cx="219456" cy="219456"/>
          </a:xfrm>
          <a:prstGeom prst="ellipse">
            <a:avLst/>
          </a:prstGeom>
          <a:solidFill>
            <a:schemeClr val="accent5"/>
          </a:solidFill>
          <a:ln/>
        </p:spPr>
      </p:sp>
      <p:sp>
        <p:nvSpPr>
          <p:cNvPr id="15" name="Text 230"/>
          <p:cNvSpPr txBox="1"/>
          <p:nvPr/>
        </p:nvSpPr>
        <p:spPr>
          <a:xfrm>
            <a:off x="5538651" y="2697480"/>
            <a:ext cx="2377440" cy="594360"/>
          </a:xfrm>
          <a:prstGeom prst="rect">
            <a:avLst/>
          </a:prstGeom>
          <a:noFill/>
          <a:ln/>
        </p:spPr>
        <p:txBody>
          <a:bodyPr wrap="square" lIns="0" tIns="0" rIns="0" bIns="0" rtlCol="0" anchor="ctr"/>
          <a:lstStyle/>
          <a:p>
            <a:pPr algn="ctr" indent="0" marL="0">
              <a:buNone/>
            </a:pPr>
            <a:r>
              <a:rPr lang="en-US" sz="4200" b="1" spc="-100" kern="0" dirty="0">
                <a:solidFill>
                  <a:schemeClr val="tx1"/>
                </a:solidFill>
              </a:rPr>
              <a:t>1943</a:t>
            </a:r>
            <a:endParaRPr lang="en-US" sz="4200" dirty="0"/>
          </a:p>
        </p:txBody>
      </p:sp>
      <p:sp>
        <p:nvSpPr>
          <p:cNvPr id="16" name="Text 231"/>
          <p:cNvSpPr txBox="1"/>
          <p:nvPr/>
        </p:nvSpPr>
        <p:spPr>
          <a:xfrm>
            <a:off x="5538651" y="3886200"/>
            <a:ext cx="2377440" cy="731520"/>
          </a:xfrm>
          <a:prstGeom prst="rect">
            <a:avLst/>
          </a:prstGeom>
          <a:noFill/>
          <a:ln/>
        </p:spPr>
        <p:txBody>
          <a:bodyPr wrap="square" lIns="0" tIns="0" rIns="0" bIns="0" rtlCol="0" anchor="t"/>
          <a:lstStyle/>
          <a:p>
            <a:pPr algn="ctr" indent="0" marL="0">
              <a:buNone/>
            </a:pPr>
            <a:r>
              <a:rPr lang="en-US" sz="2600" dirty="0">
                <a:solidFill>
                  <a:schemeClr val="tx1"/>
                </a:solidFill>
              </a:rPr>
              <a:t>C-69 first flight</a:t>
            </a:r>
            <a:endParaRPr lang="en-US" sz="2600" dirty="0"/>
          </a:p>
        </p:txBody>
      </p:sp>
      <p:sp>
        <p:nvSpPr>
          <p:cNvPr id="17" name="Circle 232"/>
          <p:cNvSpPr/>
          <p:nvPr/>
        </p:nvSpPr>
        <p:spPr>
          <a:xfrm>
            <a:off x="10497312" y="3456432"/>
            <a:ext cx="219456" cy="219456"/>
          </a:xfrm>
          <a:prstGeom prst="ellipse">
            <a:avLst/>
          </a:prstGeom>
          <a:solidFill>
            <a:schemeClr val="accent1"/>
          </a:solidFill>
          <a:ln/>
        </p:spPr>
      </p:sp>
      <p:sp>
        <p:nvSpPr>
          <p:cNvPr id="18" name="Text 233"/>
          <p:cNvSpPr txBox="1"/>
          <p:nvPr/>
        </p:nvSpPr>
        <p:spPr>
          <a:xfrm>
            <a:off x="9418320" y="2697480"/>
            <a:ext cx="2377440" cy="594360"/>
          </a:xfrm>
          <a:prstGeom prst="rect">
            <a:avLst/>
          </a:prstGeom>
          <a:noFill/>
          <a:ln/>
        </p:spPr>
        <p:txBody>
          <a:bodyPr wrap="square" lIns="0" tIns="0" rIns="0" bIns="0" rtlCol="0" anchor="ctr"/>
          <a:lstStyle/>
          <a:p>
            <a:pPr algn="ctr" indent="0" marL="0">
              <a:buNone/>
            </a:pPr>
            <a:r>
              <a:rPr lang="en-US" sz="4200" b="1" spc="-100" kern="0" dirty="0">
                <a:solidFill>
                  <a:schemeClr val="accent1"/>
                </a:solidFill>
              </a:rPr>
              <a:t>1946</a:t>
            </a:r>
            <a:endParaRPr lang="en-US" sz="4200" dirty="0"/>
          </a:p>
        </p:txBody>
      </p:sp>
      <p:sp>
        <p:nvSpPr>
          <p:cNvPr id="19" name="Text 234"/>
          <p:cNvSpPr txBox="1"/>
          <p:nvPr/>
        </p:nvSpPr>
        <p:spPr>
          <a:xfrm>
            <a:off x="9418320" y="3886200"/>
            <a:ext cx="2377440" cy="731520"/>
          </a:xfrm>
          <a:prstGeom prst="rect">
            <a:avLst/>
          </a:prstGeom>
          <a:noFill/>
          <a:ln/>
        </p:spPr>
        <p:txBody>
          <a:bodyPr wrap="square" lIns="0" tIns="0" rIns="0" bIns="0" rtlCol="0" anchor="t"/>
          <a:lstStyle/>
          <a:p>
            <a:pPr algn="ctr" indent="0" marL="0">
              <a:buNone/>
            </a:pPr>
            <a:r>
              <a:rPr lang="en-US" sz="2600" dirty="0">
                <a:solidFill>
                  <a:schemeClr val="tx1"/>
                </a:solidFill>
              </a:rPr>
              <a:t>TWA service</a:t>
            </a:r>
            <a:endParaRPr lang="en-US" sz="26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235"/>
          <p:cNvSpPr txBox="1"/>
          <p:nvPr/>
        </p:nvSpPr>
        <p:spPr>
          <a:xfrm>
            <a:off x="6309360" y="685800"/>
            <a:ext cx="5303520" cy="1280160"/>
          </a:xfrm>
          <a:prstGeom prst="rect">
            <a:avLst/>
          </a:prstGeom>
          <a:noFill/>
          <a:ln/>
        </p:spPr>
        <p:txBody>
          <a:bodyPr wrap="square" lIns="0" tIns="0" rIns="0" bIns="0" rtlCol="0" anchor="t"/>
          <a:lstStyle/>
          <a:p>
            <a:pPr indent="0" marL="0">
              <a:buNone/>
            </a:pPr>
            <a:r>
              <a:rPr lang="en-US" sz="4000" b="1" spc="-100" kern="0" dirty="0">
                <a:solidFill>
                  <a:schemeClr val="tx1"/>
                </a:solidFill>
              </a:rPr>
              <a:t>Milestones:</a:t>
            </a:r>
            <a:endParaRPr lang="en-US" sz="4000" dirty="0"/>
          </a:p>
          <a:p>
            <a:pPr indent="0" marL="0">
              <a:buNone/>
            </a:pPr>
            <a:r>
              <a:rPr lang="en-US" sz="4000" b="1" spc="-100" kern="0" dirty="0">
                <a:solidFill>
                  <a:schemeClr val="tx1"/>
                </a:solidFill>
              </a:rPr>
              <a:t>An Evolving Family</a:t>
            </a:r>
            <a:endParaRPr lang="en-US" sz="4000" dirty="0"/>
          </a:p>
        </p:txBody>
      </p:sp>
      <p:sp>
        <p:nvSpPr>
          <p:cNvPr id="3" name="Line 236"/>
          <p:cNvSpPr/>
          <p:nvPr/>
        </p:nvSpPr>
        <p:spPr>
          <a:xfrm>
            <a:off x="6400800" y="2697480"/>
            <a:ext cx="0" cy="2194560"/>
          </a:xfrm>
          <a:prstGeom prst="line">
            <a:avLst/>
          </a:prstGeom>
          <a:noFill/>
          <a:ln w="12700">
            <a:solidFill>
              <a:schemeClr val="accent2"/>
            </a:solidFill>
            <a:prstDash val="solid"/>
          </a:ln>
        </p:spPr>
      </p:sp>
      <p:sp>
        <p:nvSpPr>
          <p:cNvPr id="4" name="Circle 237"/>
          <p:cNvSpPr/>
          <p:nvPr/>
        </p:nvSpPr>
        <p:spPr>
          <a:xfrm>
            <a:off x="6318504" y="2633472"/>
            <a:ext cx="164592" cy="164592"/>
          </a:xfrm>
          <a:prstGeom prst="ellipse">
            <a:avLst/>
          </a:prstGeom>
          <a:solidFill>
            <a:schemeClr val="accent1"/>
          </a:solidFill>
          <a:ln/>
        </p:spPr>
      </p:sp>
      <p:sp>
        <p:nvSpPr>
          <p:cNvPr id="5" name="Text 238"/>
          <p:cNvSpPr txBox="1"/>
          <p:nvPr/>
        </p:nvSpPr>
        <p:spPr>
          <a:xfrm>
            <a:off x="6766560" y="2496312"/>
            <a:ext cx="4846320" cy="457200"/>
          </a:xfrm>
          <a:prstGeom prst="rect">
            <a:avLst/>
          </a:prstGeom>
          <a:noFill/>
          <a:ln/>
        </p:spPr>
        <p:txBody>
          <a:bodyPr wrap="square" lIns="0" tIns="0" rIns="0" bIns="0" rtlCol="0" anchor="ctr"/>
          <a:lstStyle/>
          <a:p>
            <a:pPr indent="0" marL="0">
              <a:buNone/>
            </a:pPr>
            <a:r>
              <a:rPr lang="en-US" sz="3600" b="1" dirty="0">
                <a:solidFill>
                  <a:schemeClr val="tx1"/>
                </a:solidFill>
              </a:rPr>
              <a:t>L-049</a:t>
            </a:r>
            <a:pPr indent="0" marL="0">
              <a:buNone/>
            </a:pPr>
            <a:r>
              <a:rPr lang="en-US" sz="2600" b="1" dirty="0">
                <a:solidFill>
                  <a:schemeClr val="accent1"/>
                </a:solidFill>
              </a:rPr>
              <a:t>   1946</a:t>
            </a:r>
            <a:endParaRPr lang="en-US" sz="3600" dirty="0"/>
          </a:p>
        </p:txBody>
      </p:sp>
      <p:sp>
        <p:nvSpPr>
          <p:cNvPr id="6" name="Text 239"/>
          <p:cNvSpPr txBox="1"/>
          <p:nvPr/>
        </p:nvSpPr>
        <p:spPr>
          <a:xfrm>
            <a:off x="6766560" y="2971800"/>
            <a:ext cx="4846320" cy="320040"/>
          </a:xfrm>
          <a:prstGeom prst="rect">
            <a:avLst/>
          </a:prstGeom>
          <a:noFill/>
          <a:ln/>
        </p:spPr>
        <p:txBody>
          <a:bodyPr wrap="square" lIns="0" tIns="0" rIns="0" bIns="0" rtlCol="0" anchor="t"/>
          <a:lstStyle/>
          <a:p>
            <a:pPr indent="0" marL="0">
              <a:buNone/>
            </a:pPr>
            <a:r>
              <a:rPr lang="en-US" sz="2600" dirty="0">
                <a:solidFill>
                  <a:schemeClr val="tx2"/>
                </a:solidFill>
              </a:rPr>
              <a:t>Post-war airliner</a:t>
            </a:r>
            <a:endParaRPr lang="en-US" sz="2600" dirty="0"/>
          </a:p>
        </p:txBody>
      </p:sp>
      <p:sp>
        <p:nvSpPr>
          <p:cNvPr id="7" name="Circle 240"/>
          <p:cNvSpPr/>
          <p:nvPr/>
        </p:nvSpPr>
        <p:spPr>
          <a:xfrm>
            <a:off x="6318504" y="3730752"/>
            <a:ext cx="164592" cy="164592"/>
          </a:xfrm>
          <a:prstGeom prst="ellipse">
            <a:avLst/>
          </a:prstGeom>
          <a:solidFill>
            <a:schemeClr val="accent1"/>
          </a:solidFill>
          <a:ln/>
        </p:spPr>
      </p:sp>
      <p:sp>
        <p:nvSpPr>
          <p:cNvPr id="8" name="Text 241"/>
          <p:cNvSpPr txBox="1"/>
          <p:nvPr/>
        </p:nvSpPr>
        <p:spPr>
          <a:xfrm>
            <a:off x="6766560" y="3593592"/>
            <a:ext cx="4846320" cy="457200"/>
          </a:xfrm>
          <a:prstGeom prst="rect">
            <a:avLst/>
          </a:prstGeom>
          <a:noFill/>
          <a:ln/>
        </p:spPr>
        <p:txBody>
          <a:bodyPr wrap="square" lIns="0" tIns="0" rIns="0" bIns="0" rtlCol="0" anchor="ctr"/>
          <a:lstStyle/>
          <a:p>
            <a:pPr indent="0" marL="0">
              <a:buNone/>
            </a:pPr>
            <a:r>
              <a:rPr lang="en-US" sz="3600" b="1" dirty="0">
                <a:solidFill>
                  <a:schemeClr val="tx1"/>
                </a:solidFill>
              </a:rPr>
              <a:t>L-1049</a:t>
            </a:r>
            <a:pPr indent="0" marL="0">
              <a:buNone/>
            </a:pPr>
            <a:r>
              <a:rPr lang="en-US" sz="2600" b="1" dirty="0">
                <a:solidFill>
                  <a:schemeClr val="accent1"/>
                </a:solidFill>
              </a:rPr>
              <a:t>   1951</a:t>
            </a:r>
            <a:endParaRPr lang="en-US" sz="3600" dirty="0"/>
          </a:p>
        </p:txBody>
      </p:sp>
      <p:sp>
        <p:nvSpPr>
          <p:cNvPr id="9" name="Text 242"/>
          <p:cNvSpPr txBox="1"/>
          <p:nvPr/>
        </p:nvSpPr>
        <p:spPr>
          <a:xfrm>
            <a:off x="6766560" y="4069080"/>
            <a:ext cx="4846320" cy="320040"/>
          </a:xfrm>
          <a:prstGeom prst="rect">
            <a:avLst/>
          </a:prstGeom>
          <a:noFill/>
          <a:ln/>
        </p:spPr>
        <p:txBody>
          <a:bodyPr wrap="square" lIns="0" tIns="0" rIns="0" bIns="0" rtlCol="0" anchor="t"/>
          <a:lstStyle/>
          <a:p>
            <a:pPr indent="0" marL="0">
              <a:buNone/>
            </a:pPr>
            <a:r>
              <a:rPr lang="en-US" sz="2600" dirty="0">
                <a:solidFill>
                  <a:schemeClr val="tx2"/>
                </a:solidFill>
              </a:rPr>
              <a:t>Stretched fuselage</a:t>
            </a:r>
            <a:endParaRPr lang="en-US" sz="2600" dirty="0"/>
          </a:p>
        </p:txBody>
      </p:sp>
      <p:sp>
        <p:nvSpPr>
          <p:cNvPr id="10" name="Circle 243"/>
          <p:cNvSpPr/>
          <p:nvPr/>
        </p:nvSpPr>
        <p:spPr>
          <a:xfrm>
            <a:off x="6318504" y="4828032"/>
            <a:ext cx="164592" cy="164592"/>
          </a:xfrm>
          <a:prstGeom prst="ellipse">
            <a:avLst/>
          </a:prstGeom>
          <a:solidFill>
            <a:schemeClr val="accent1"/>
          </a:solidFill>
          <a:ln/>
        </p:spPr>
      </p:sp>
      <p:sp>
        <p:nvSpPr>
          <p:cNvPr id="11" name="Text 244"/>
          <p:cNvSpPr txBox="1"/>
          <p:nvPr/>
        </p:nvSpPr>
        <p:spPr>
          <a:xfrm>
            <a:off x="6766560" y="4690872"/>
            <a:ext cx="4846320" cy="457200"/>
          </a:xfrm>
          <a:prstGeom prst="rect">
            <a:avLst/>
          </a:prstGeom>
          <a:noFill/>
          <a:ln/>
        </p:spPr>
        <p:txBody>
          <a:bodyPr wrap="square" lIns="0" tIns="0" rIns="0" bIns="0" rtlCol="0" anchor="ctr"/>
          <a:lstStyle/>
          <a:p>
            <a:pPr indent="0" marL="0">
              <a:buNone/>
            </a:pPr>
            <a:r>
              <a:rPr lang="en-US" sz="3600" b="1" dirty="0">
                <a:solidFill>
                  <a:schemeClr val="tx1"/>
                </a:solidFill>
              </a:rPr>
              <a:t>L-1649A</a:t>
            </a:r>
            <a:pPr indent="0" marL="0">
              <a:buNone/>
            </a:pPr>
            <a:r>
              <a:rPr lang="en-US" sz="2600" b="1" dirty="0">
                <a:solidFill>
                  <a:schemeClr val="accent1"/>
                </a:solidFill>
              </a:rPr>
              <a:t>   1957</a:t>
            </a:r>
            <a:endParaRPr lang="en-US" sz="3600" dirty="0"/>
          </a:p>
        </p:txBody>
      </p:sp>
      <p:sp>
        <p:nvSpPr>
          <p:cNvPr id="12" name="Text 245"/>
          <p:cNvSpPr txBox="1"/>
          <p:nvPr/>
        </p:nvSpPr>
        <p:spPr>
          <a:xfrm>
            <a:off x="6766560" y="5166360"/>
            <a:ext cx="4846320" cy="320040"/>
          </a:xfrm>
          <a:prstGeom prst="rect">
            <a:avLst/>
          </a:prstGeom>
          <a:noFill/>
          <a:ln/>
        </p:spPr>
        <p:txBody>
          <a:bodyPr wrap="square" lIns="0" tIns="0" rIns="0" bIns="0" rtlCol="0" anchor="t"/>
          <a:lstStyle/>
          <a:p>
            <a:pPr indent="0" marL="0">
              <a:buNone/>
            </a:pPr>
            <a:r>
              <a:rPr lang="en-US" sz="2600" dirty="0">
                <a:solidFill>
                  <a:schemeClr val="tx2"/>
                </a:solidFill>
              </a:rPr>
              <a:t>Starliner: new wing, longer range</a:t>
            </a:r>
            <a:endParaRPr lang="en-US" sz="26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lIns="0" tIns="0" rIns="0" bIns="0" rtlCol="0" anchor="ctr"/>
          <a:lstStyle/>
          <a:p>
            <a:pPr algn="ctr" indent="0" marL="0">
              <a:buNone/>
            </a:pPr>
            <a:r>
              <a:rPr lang="en-US" sz="4000" b="1" spc="-100" kern="0" dirty="0">
                <a:solidFill>
                  <a:schemeClr val="tx1"/>
                </a:solidFill>
              </a:rPr>
              <a:t>856 Aircraft, How Big is That Scale?</a:t>
            </a:r>
            <a:endParaRPr lang="en-US" sz="4000" dirty="0"/>
          </a:p>
        </p:txBody>
      </p:sp>
      <p:sp>
        <p:nvSpPr>
          <p:cNvPr id="3" name="Text 0"/>
          <p:cNvSpPr/>
          <p:nvPr>
            <p:ph idx="101" type="body" hasCustomPrompt="1"/>
          </p:nvPr>
        </p:nvSpPr>
        <p:spPr>
          <a:xfrm>
            <a:off x="731520" y="1554480"/>
            <a:ext cx="10728655" cy="548640"/>
          </a:xfrm>
          <a:prstGeom prst="rect">
            <a:avLst/>
          </a:prstGeom>
          <a:noFill/>
          <a:ln/>
        </p:spPr>
        <p:txBody>
          <a:bodyPr wrap="square" lIns="0" tIns="0" rIns="0" bIns="0" rtlCol="0" anchor="t"/>
          <a:lstStyle/>
          <a:p>
            <a:pPr algn="ctr" indent="0" marL="0">
              <a:buNone/>
            </a:pPr>
            <a:r>
              <a:rPr lang="en-US" sz="3000" dirty="0">
                <a:solidFill>
                  <a:schemeClr val="tx2"/>
                </a:solidFill>
              </a:rPr>
              <a:t>Each block is 10 aircraft · launch customer TWA</a:t>
            </a:r>
            <a:endParaRPr lang="en-US" sz="3000" dirty="0"/>
          </a:p>
        </p:txBody>
      </p:sp>
      <p:sp>
        <p:nvSpPr>
          <p:cNvPr id="4" name="Text 0"/>
          <p:cNvSpPr/>
          <p:nvPr>
            <p:ph idx="102" type="body" hasCustomPrompt="1"/>
          </p:nvPr>
        </p:nvSpPr>
        <p:spPr>
          <a:xfrm>
            <a:off x="731520" y="5486400"/>
            <a:ext cx="10728655" cy="777240"/>
          </a:xfrm>
          <a:prstGeom prst="rect">
            <a:avLst/>
          </a:prstGeom>
          <a:noFill/>
          <a:ln/>
        </p:spPr>
        <p:txBody>
          <a:bodyPr wrap="square" lIns="0" tIns="0" rIns="0" bIns="0" rtlCol="0" anchor="ctr"/>
          <a:lstStyle/>
          <a:p>
            <a:pPr algn="ctr" indent="0" marL="0">
              <a:buNone/>
            </a:pPr>
            <a:r>
              <a:rPr lang="en-US" sz="3400" dirty="0">
                <a:solidFill>
                  <a:schemeClr val="tx1"/>
                </a:solidFill>
              </a:rPr>
              <a:t>Only about 5% were Starliners</a:t>
            </a:r>
            <a:endParaRPr lang="en-US" sz="3400" dirty="0"/>
          </a:p>
        </p:txBody>
      </p:sp>
      <p:sp>
        <p:nvSpPr>
          <p:cNvPr id="5" name="Rounded 246"/>
          <p:cNvSpPr/>
          <p:nvPr/>
        </p:nvSpPr>
        <p:spPr>
          <a:xfrm>
            <a:off x="1005840" y="2194560"/>
            <a:ext cx="292608" cy="292608"/>
          </a:xfrm>
          <a:prstGeom prst="roundRect">
            <a:avLst>
              <a:gd name="adj" fmla="val 12500"/>
            </a:avLst>
          </a:prstGeom>
          <a:solidFill>
            <a:schemeClr val="accent6"/>
          </a:solidFill>
          <a:ln/>
        </p:spPr>
      </p:sp>
      <p:sp>
        <p:nvSpPr>
          <p:cNvPr id="6" name="Rounded 247"/>
          <p:cNvSpPr/>
          <p:nvPr/>
        </p:nvSpPr>
        <p:spPr>
          <a:xfrm>
            <a:off x="1371600" y="2194560"/>
            <a:ext cx="292608" cy="292608"/>
          </a:xfrm>
          <a:prstGeom prst="roundRect">
            <a:avLst>
              <a:gd name="adj" fmla="val 12500"/>
            </a:avLst>
          </a:prstGeom>
          <a:solidFill>
            <a:schemeClr val="accent6"/>
          </a:solidFill>
          <a:ln/>
        </p:spPr>
      </p:sp>
      <p:sp>
        <p:nvSpPr>
          <p:cNvPr id="7" name="Rounded 248"/>
          <p:cNvSpPr/>
          <p:nvPr/>
        </p:nvSpPr>
        <p:spPr>
          <a:xfrm>
            <a:off x="1737360" y="2194560"/>
            <a:ext cx="292608" cy="292608"/>
          </a:xfrm>
          <a:prstGeom prst="roundRect">
            <a:avLst>
              <a:gd name="adj" fmla="val 12500"/>
            </a:avLst>
          </a:prstGeom>
          <a:solidFill>
            <a:schemeClr val="accent6"/>
          </a:solidFill>
          <a:ln/>
        </p:spPr>
      </p:sp>
      <p:sp>
        <p:nvSpPr>
          <p:cNvPr id="8" name="Rounded 249"/>
          <p:cNvSpPr/>
          <p:nvPr/>
        </p:nvSpPr>
        <p:spPr>
          <a:xfrm>
            <a:off x="2103120" y="2194560"/>
            <a:ext cx="292608" cy="292608"/>
          </a:xfrm>
          <a:prstGeom prst="roundRect">
            <a:avLst>
              <a:gd name="adj" fmla="val 12500"/>
            </a:avLst>
          </a:prstGeom>
          <a:solidFill>
            <a:schemeClr val="accent6"/>
          </a:solidFill>
          <a:ln/>
        </p:spPr>
      </p:sp>
      <p:sp>
        <p:nvSpPr>
          <p:cNvPr id="9" name="Rounded 250"/>
          <p:cNvSpPr/>
          <p:nvPr/>
        </p:nvSpPr>
        <p:spPr>
          <a:xfrm>
            <a:off x="2468880" y="2194560"/>
            <a:ext cx="292608" cy="292608"/>
          </a:xfrm>
          <a:prstGeom prst="roundRect">
            <a:avLst>
              <a:gd name="adj" fmla="val 12500"/>
            </a:avLst>
          </a:prstGeom>
          <a:solidFill>
            <a:schemeClr val="accent6"/>
          </a:solidFill>
          <a:ln/>
        </p:spPr>
      </p:sp>
      <p:sp>
        <p:nvSpPr>
          <p:cNvPr id="10" name="Rounded 251"/>
          <p:cNvSpPr/>
          <p:nvPr/>
        </p:nvSpPr>
        <p:spPr>
          <a:xfrm>
            <a:off x="2834640" y="2194560"/>
            <a:ext cx="292608" cy="292608"/>
          </a:xfrm>
          <a:prstGeom prst="roundRect">
            <a:avLst>
              <a:gd name="adj" fmla="val 12500"/>
            </a:avLst>
          </a:prstGeom>
          <a:solidFill>
            <a:schemeClr val="accent6"/>
          </a:solidFill>
          <a:ln/>
        </p:spPr>
      </p:sp>
      <p:sp>
        <p:nvSpPr>
          <p:cNvPr id="11" name="Rounded 252"/>
          <p:cNvSpPr/>
          <p:nvPr/>
        </p:nvSpPr>
        <p:spPr>
          <a:xfrm>
            <a:off x="3200400" y="2194560"/>
            <a:ext cx="292608" cy="292608"/>
          </a:xfrm>
          <a:prstGeom prst="roundRect">
            <a:avLst>
              <a:gd name="adj" fmla="val 12500"/>
            </a:avLst>
          </a:prstGeom>
          <a:solidFill>
            <a:schemeClr val="accent6"/>
          </a:solidFill>
          <a:ln/>
        </p:spPr>
      </p:sp>
      <p:sp>
        <p:nvSpPr>
          <p:cNvPr id="12" name="Rounded 253"/>
          <p:cNvSpPr/>
          <p:nvPr/>
        </p:nvSpPr>
        <p:spPr>
          <a:xfrm>
            <a:off x="3566160" y="2194560"/>
            <a:ext cx="292608" cy="292608"/>
          </a:xfrm>
          <a:prstGeom prst="roundRect">
            <a:avLst>
              <a:gd name="adj" fmla="val 12500"/>
            </a:avLst>
          </a:prstGeom>
          <a:solidFill>
            <a:schemeClr val="accent6"/>
          </a:solidFill>
          <a:ln/>
        </p:spPr>
      </p:sp>
      <p:sp>
        <p:nvSpPr>
          <p:cNvPr id="13" name="Rounded 254"/>
          <p:cNvSpPr/>
          <p:nvPr/>
        </p:nvSpPr>
        <p:spPr>
          <a:xfrm>
            <a:off x="3931920" y="2194560"/>
            <a:ext cx="292608" cy="292608"/>
          </a:xfrm>
          <a:prstGeom prst="roundRect">
            <a:avLst>
              <a:gd name="adj" fmla="val 12500"/>
            </a:avLst>
          </a:prstGeom>
          <a:solidFill>
            <a:schemeClr val="accent6"/>
          </a:solidFill>
          <a:ln/>
        </p:spPr>
      </p:sp>
      <p:sp>
        <p:nvSpPr>
          <p:cNvPr id="14" name="Rounded 255"/>
          <p:cNvSpPr/>
          <p:nvPr/>
        </p:nvSpPr>
        <p:spPr>
          <a:xfrm>
            <a:off x="4297680" y="2194560"/>
            <a:ext cx="292608" cy="292608"/>
          </a:xfrm>
          <a:prstGeom prst="roundRect">
            <a:avLst>
              <a:gd name="adj" fmla="val 12500"/>
            </a:avLst>
          </a:prstGeom>
          <a:solidFill>
            <a:schemeClr val="accent6"/>
          </a:solidFill>
          <a:ln/>
        </p:spPr>
      </p:sp>
      <p:sp>
        <p:nvSpPr>
          <p:cNvPr id="15" name="Rounded 256"/>
          <p:cNvSpPr/>
          <p:nvPr/>
        </p:nvSpPr>
        <p:spPr>
          <a:xfrm>
            <a:off x="1005840" y="2560320"/>
            <a:ext cx="292608" cy="292608"/>
          </a:xfrm>
          <a:prstGeom prst="roundRect">
            <a:avLst>
              <a:gd name="adj" fmla="val 12500"/>
            </a:avLst>
          </a:prstGeom>
          <a:solidFill>
            <a:schemeClr val="accent6"/>
          </a:solidFill>
          <a:ln/>
        </p:spPr>
      </p:sp>
      <p:sp>
        <p:nvSpPr>
          <p:cNvPr id="16" name="Rounded 257"/>
          <p:cNvSpPr/>
          <p:nvPr/>
        </p:nvSpPr>
        <p:spPr>
          <a:xfrm>
            <a:off x="1371600" y="2560320"/>
            <a:ext cx="292608" cy="292608"/>
          </a:xfrm>
          <a:prstGeom prst="roundRect">
            <a:avLst>
              <a:gd name="adj" fmla="val 12500"/>
            </a:avLst>
          </a:prstGeom>
          <a:solidFill>
            <a:schemeClr val="accent6"/>
          </a:solidFill>
          <a:ln/>
        </p:spPr>
      </p:sp>
      <p:sp>
        <p:nvSpPr>
          <p:cNvPr id="17" name="Rounded 258"/>
          <p:cNvSpPr/>
          <p:nvPr/>
        </p:nvSpPr>
        <p:spPr>
          <a:xfrm>
            <a:off x="1737360" y="2560320"/>
            <a:ext cx="292608" cy="292608"/>
          </a:xfrm>
          <a:prstGeom prst="roundRect">
            <a:avLst>
              <a:gd name="adj" fmla="val 12500"/>
            </a:avLst>
          </a:prstGeom>
          <a:solidFill>
            <a:schemeClr val="accent6"/>
          </a:solidFill>
          <a:ln/>
        </p:spPr>
      </p:sp>
      <p:sp>
        <p:nvSpPr>
          <p:cNvPr id="18" name="Rounded 259"/>
          <p:cNvSpPr/>
          <p:nvPr/>
        </p:nvSpPr>
        <p:spPr>
          <a:xfrm>
            <a:off x="2103120" y="2560320"/>
            <a:ext cx="292608" cy="292608"/>
          </a:xfrm>
          <a:prstGeom prst="roundRect">
            <a:avLst>
              <a:gd name="adj" fmla="val 12500"/>
            </a:avLst>
          </a:prstGeom>
          <a:solidFill>
            <a:schemeClr val="accent6"/>
          </a:solidFill>
          <a:ln/>
        </p:spPr>
      </p:sp>
      <p:sp>
        <p:nvSpPr>
          <p:cNvPr id="19" name="Rounded 260"/>
          <p:cNvSpPr/>
          <p:nvPr/>
        </p:nvSpPr>
        <p:spPr>
          <a:xfrm>
            <a:off x="2468880" y="2560320"/>
            <a:ext cx="292608" cy="292608"/>
          </a:xfrm>
          <a:prstGeom prst="roundRect">
            <a:avLst>
              <a:gd name="adj" fmla="val 12500"/>
            </a:avLst>
          </a:prstGeom>
          <a:solidFill>
            <a:schemeClr val="accent6"/>
          </a:solidFill>
          <a:ln/>
        </p:spPr>
      </p:sp>
      <p:sp>
        <p:nvSpPr>
          <p:cNvPr id="20" name="Rounded 261"/>
          <p:cNvSpPr/>
          <p:nvPr/>
        </p:nvSpPr>
        <p:spPr>
          <a:xfrm>
            <a:off x="2834640" y="2560320"/>
            <a:ext cx="292608" cy="292608"/>
          </a:xfrm>
          <a:prstGeom prst="roundRect">
            <a:avLst>
              <a:gd name="adj" fmla="val 12500"/>
            </a:avLst>
          </a:prstGeom>
          <a:solidFill>
            <a:schemeClr val="accent6"/>
          </a:solidFill>
          <a:ln/>
        </p:spPr>
      </p:sp>
      <p:sp>
        <p:nvSpPr>
          <p:cNvPr id="21" name="Rounded 262"/>
          <p:cNvSpPr/>
          <p:nvPr/>
        </p:nvSpPr>
        <p:spPr>
          <a:xfrm>
            <a:off x="3200400" y="2560320"/>
            <a:ext cx="292608" cy="292608"/>
          </a:xfrm>
          <a:prstGeom prst="roundRect">
            <a:avLst>
              <a:gd name="adj" fmla="val 12500"/>
            </a:avLst>
          </a:prstGeom>
          <a:solidFill>
            <a:schemeClr val="accent6"/>
          </a:solidFill>
          <a:ln/>
        </p:spPr>
      </p:sp>
      <p:sp>
        <p:nvSpPr>
          <p:cNvPr id="22" name="Rounded 263"/>
          <p:cNvSpPr/>
          <p:nvPr/>
        </p:nvSpPr>
        <p:spPr>
          <a:xfrm>
            <a:off x="3566160" y="2560320"/>
            <a:ext cx="292608" cy="292608"/>
          </a:xfrm>
          <a:prstGeom prst="roundRect">
            <a:avLst>
              <a:gd name="adj" fmla="val 12500"/>
            </a:avLst>
          </a:prstGeom>
          <a:solidFill>
            <a:schemeClr val="accent6"/>
          </a:solidFill>
          <a:ln/>
        </p:spPr>
      </p:sp>
      <p:sp>
        <p:nvSpPr>
          <p:cNvPr id="23" name="Rounded 264"/>
          <p:cNvSpPr/>
          <p:nvPr/>
        </p:nvSpPr>
        <p:spPr>
          <a:xfrm>
            <a:off x="3931920" y="2560320"/>
            <a:ext cx="292608" cy="292608"/>
          </a:xfrm>
          <a:prstGeom prst="roundRect">
            <a:avLst>
              <a:gd name="adj" fmla="val 12500"/>
            </a:avLst>
          </a:prstGeom>
          <a:solidFill>
            <a:schemeClr val="accent6"/>
          </a:solidFill>
          <a:ln/>
        </p:spPr>
      </p:sp>
      <p:sp>
        <p:nvSpPr>
          <p:cNvPr id="24" name="Rounded 265"/>
          <p:cNvSpPr/>
          <p:nvPr/>
        </p:nvSpPr>
        <p:spPr>
          <a:xfrm>
            <a:off x="4297680" y="2560320"/>
            <a:ext cx="292608" cy="292608"/>
          </a:xfrm>
          <a:prstGeom prst="roundRect">
            <a:avLst>
              <a:gd name="adj" fmla="val 12500"/>
            </a:avLst>
          </a:prstGeom>
          <a:solidFill>
            <a:schemeClr val="accent6"/>
          </a:solidFill>
          <a:ln/>
        </p:spPr>
      </p:sp>
      <p:sp>
        <p:nvSpPr>
          <p:cNvPr id="25" name="Rounded 266"/>
          <p:cNvSpPr/>
          <p:nvPr/>
        </p:nvSpPr>
        <p:spPr>
          <a:xfrm>
            <a:off x="1005840" y="2926080"/>
            <a:ext cx="292608" cy="292608"/>
          </a:xfrm>
          <a:prstGeom prst="roundRect">
            <a:avLst>
              <a:gd name="adj" fmla="val 12500"/>
            </a:avLst>
          </a:prstGeom>
          <a:solidFill>
            <a:schemeClr val="accent6"/>
          </a:solidFill>
          <a:ln/>
        </p:spPr>
      </p:sp>
      <p:sp>
        <p:nvSpPr>
          <p:cNvPr id="26" name="Rounded 267"/>
          <p:cNvSpPr/>
          <p:nvPr/>
        </p:nvSpPr>
        <p:spPr>
          <a:xfrm>
            <a:off x="1371600" y="2926080"/>
            <a:ext cx="292608" cy="292608"/>
          </a:xfrm>
          <a:prstGeom prst="roundRect">
            <a:avLst>
              <a:gd name="adj" fmla="val 12500"/>
            </a:avLst>
          </a:prstGeom>
          <a:solidFill>
            <a:schemeClr val="accent6"/>
          </a:solidFill>
          <a:ln/>
        </p:spPr>
      </p:sp>
      <p:sp>
        <p:nvSpPr>
          <p:cNvPr id="27" name="Rounded 268"/>
          <p:cNvSpPr/>
          <p:nvPr/>
        </p:nvSpPr>
        <p:spPr>
          <a:xfrm>
            <a:off x="1737360" y="2926080"/>
            <a:ext cx="292608" cy="292608"/>
          </a:xfrm>
          <a:prstGeom prst="roundRect">
            <a:avLst>
              <a:gd name="adj" fmla="val 12500"/>
            </a:avLst>
          </a:prstGeom>
          <a:solidFill>
            <a:schemeClr val="accent6"/>
          </a:solidFill>
          <a:ln/>
        </p:spPr>
      </p:sp>
      <p:sp>
        <p:nvSpPr>
          <p:cNvPr id="28" name="Rounded 269"/>
          <p:cNvSpPr/>
          <p:nvPr/>
        </p:nvSpPr>
        <p:spPr>
          <a:xfrm>
            <a:off x="2103120" y="2926080"/>
            <a:ext cx="292608" cy="292608"/>
          </a:xfrm>
          <a:prstGeom prst="roundRect">
            <a:avLst>
              <a:gd name="adj" fmla="val 12500"/>
            </a:avLst>
          </a:prstGeom>
          <a:solidFill>
            <a:schemeClr val="accent6"/>
          </a:solidFill>
          <a:ln/>
        </p:spPr>
      </p:sp>
      <p:sp>
        <p:nvSpPr>
          <p:cNvPr id="29" name="Rounded 270"/>
          <p:cNvSpPr/>
          <p:nvPr/>
        </p:nvSpPr>
        <p:spPr>
          <a:xfrm>
            <a:off x="2468880" y="2926080"/>
            <a:ext cx="292608" cy="292608"/>
          </a:xfrm>
          <a:prstGeom prst="roundRect">
            <a:avLst>
              <a:gd name="adj" fmla="val 12500"/>
            </a:avLst>
          </a:prstGeom>
          <a:solidFill>
            <a:schemeClr val="accent6"/>
          </a:solidFill>
          <a:ln/>
        </p:spPr>
      </p:sp>
      <p:sp>
        <p:nvSpPr>
          <p:cNvPr id="30" name="Rounded 271"/>
          <p:cNvSpPr/>
          <p:nvPr/>
        </p:nvSpPr>
        <p:spPr>
          <a:xfrm>
            <a:off x="2834640" y="2926080"/>
            <a:ext cx="292608" cy="292608"/>
          </a:xfrm>
          <a:prstGeom prst="roundRect">
            <a:avLst>
              <a:gd name="adj" fmla="val 12500"/>
            </a:avLst>
          </a:prstGeom>
          <a:solidFill>
            <a:schemeClr val="accent6"/>
          </a:solidFill>
          <a:ln/>
        </p:spPr>
      </p:sp>
      <p:sp>
        <p:nvSpPr>
          <p:cNvPr id="31" name="Rounded 272"/>
          <p:cNvSpPr/>
          <p:nvPr/>
        </p:nvSpPr>
        <p:spPr>
          <a:xfrm>
            <a:off x="3200400" y="2926080"/>
            <a:ext cx="292608" cy="292608"/>
          </a:xfrm>
          <a:prstGeom prst="roundRect">
            <a:avLst>
              <a:gd name="adj" fmla="val 12500"/>
            </a:avLst>
          </a:prstGeom>
          <a:solidFill>
            <a:schemeClr val="accent6"/>
          </a:solidFill>
          <a:ln/>
        </p:spPr>
      </p:sp>
      <p:sp>
        <p:nvSpPr>
          <p:cNvPr id="32" name="Rounded 273"/>
          <p:cNvSpPr/>
          <p:nvPr/>
        </p:nvSpPr>
        <p:spPr>
          <a:xfrm>
            <a:off x="3566160" y="2926080"/>
            <a:ext cx="292608" cy="292608"/>
          </a:xfrm>
          <a:prstGeom prst="roundRect">
            <a:avLst>
              <a:gd name="adj" fmla="val 12500"/>
            </a:avLst>
          </a:prstGeom>
          <a:solidFill>
            <a:schemeClr val="accent6"/>
          </a:solidFill>
          <a:ln/>
        </p:spPr>
      </p:sp>
      <p:sp>
        <p:nvSpPr>
          <p:cNvPr id="33" name="Rounded 274"/>
          <p:cNvSpPr/>
          <p:nvPr/>
        </p:nvSpPr>
        <p:spPr>
          <a:xfrm>
            <a:off x="3931920" y="2926080"/>
            <a:ext cx="292608" cy="292608"/>
          </a:xfrm>
          <a:prstGeom prst="roundRect">
            <a:avLst>
              <a:gd name="adj" fmla="val 12500"/>
            </a:avLst>
          </a:prstGeom>
          <a:solidFill>
            <a:schemeClr val="accent6"/>
          </a:solidFill>
          <a:ln/>
        </p:spPr>
      </p:sp>
      <p:sp>
        <p:nvSpPr>
          <p:cNvPr id="34" name="Rounded 275"/>
          <p:cNvSpPr/>
          <p:nvPr/>
        </p:nvSpPr>
        <p:spPr>
          <a:xfrm>
            <a:off x="4297680" y="2926080"/>
            <a:ext cx="292608" cy="292608"/>
          </a:xfrm>
          <a:prstGeom prst="roundRect">
            <a:avLst>
              <a:gd name="adj" fmla="val 12500"/>
            </a:avLst>
          </a:prstGeom>
          <a:solidFill>
            <a:schemeClr val="accent6"/>
          </a:solidFill>
          <a:ln/>
        </p:spPr>
      </p:sp>
      <p:sp>
        <p:nvSpPr>
          <p:cNvPr id="35" name="Rounded 276"/>
          <p:cNvSpPr/>
          <p:nvPr/>
        </p:nvSpPr>
        <p:spPr>
          <a:xfrm>
            <a:off x="1005840" y="3291840"/>
            <a:ext cx="292608" cy="292608"/>
          </a:xfrm>
          <a:prstGeom prst="roundRect">
            <a:avLst>
              <a:gd name="adj" fmla="val 12500"/>
            </a:avLst>
          </a:prstGeom>
          <a:solidFill>
            <a:schemeClr val="accent6"/>
          </a:solidFill>
          <a:ln/>
        </p:spPr>
      </p:sp>
      <p:sp>
        <p:nvSpPr>
          <p:cNvPr id="36" name="Rounded 277"/>
          <p:cNvSpPr/>
          <p:nvPr/>
        </p:nvSpPr>
        <p:spPr>
          <a:xfrm>
            <a:off x="1371600" y="3291840"/>
            <a:ext cx="292608" cy="292608"/>
          </a:xfrm>
          <a:prstGeom prst="roundRect">
            <a:avLst>
              <a:gd name="adj" fmla="val 12500"/>
            </a:avLst>
          </a:prstGeom>
          <a:solidFill>
            <a:schemeClr val="accent6"/>
          </a:solidFill>
          <a:ln/>
        </p:spPr>
      </p:sp>
      <p:sp>
        <p:nvSpPr>
          <p:cNvPr id="37" name="Rounded 278"/>
          <p:cNvSpPr/>
          <p:nvPr/>
        </p:nvSpPr>
        <p:spPr>
          <a:xfrm>
            <a:off x="1737360" y="3291840"/>
            <a:ext cx="292608" cy="292608"/>
          </a:xfrm>
          <a:prstGeom prst="roundRect">
            <a:avLst>
              <a:gd name="adj" fmla="val 12500"/>
            </a:avLst>
          </a:prstGeom>
          <a:solidFill>
            <a:schemeClr val="accent6"/>
          </a:solidFill>
          <a:ln/>
        </p:spPr>
      </p:sp>
      <p:sp>
        <p:nvSpPr>
          <p:cNvPr id="38" name="Rounded 279"/>
          <p:cNvSpPr/>
          <p:nvPr/>
        </p:nvSpPr>
        <p:spPr>
          <a:xfrm>
            <a:off x="2103120" y="3291840"/>
            <a:ext cx="292608" cy="292608"/>
          </a:xfrm>
          <a:prstGeom prst="roundRect">
            <a:avLst>
              <a:gd name="adj" fmla="val 12500"/>
            </a:avLst>
          </a:prstGeom>
          <a:solidFill>
            <a:schemeClr val="accent6"/>
          </a:solidFill>
          <a:ln/>
        </p:spPr>
      </p:sp>
      <p:sp>
        <p:nvSpPr>
          <p:cNvPr id="39" name="Rounded 280"/>
          <p:cNvSpPr/>
          <p:nvPr/>
        </p:nvSpPr>
        <p:spPr>
          <a:xfrm>
            <a:off x="2468880" y="3291840"/>
            <a:ext cx="292608" cy="292608"/>
          </a:xfrm>
          <a:prstGeom prst="roundRect">
            <a:avLst>
              <a:gd name="adj" fmla="val 12500"/>
            </a:avLst>
          </a:prstGeom>
          <a:solidFill>
            <a:schemeClr val="accent6"/>
          </a:solidFill>
          <a:ln/>
        </p:spPr>
      </p:sp>
      <p:sp>
        <p:nvSpPr>
          <p:cNvPr id="40" name="Rounded 281"/>
          <p:cNvSpPr/>
          <p:nvPr/>
        </p:nvSpPr>
        <p:spPr>
          <a:xfrm>
            <a:off x="2834640" y="3291840"/>
            <a:ext cx="292608" cy="292608"/>
          </a:xfrm>
          <a:prstGeom prst="roundRect">
            <a:avLst>
              <a:gd name="adj" fmla="val 12500"/>
            </a:avLst>
          </a:prstGeom>
          <a:solidFill>
            <a:schemeClr val="accent6"/>
          </a:solidFill>
          <a:ln/>
        </p:spPr>
      </p:sp>
      <p:sp>
        <p:nvSpPr>
          <p:cNvPr id="41" name="Rounded 282"/>
          <p:cNvSpPr/>
          <p:nvPr/>
        </p:nvSpPr>
        <p:spPr>
          <a:xfrm>
            <a:off x="3200400" y="3291840"/>
            <a:ext cx="292608" cy="292608"/>
          </a:xfrm>
          <a:prstGeom prst="roundRect">
            <a:avLst>
              <a:gd name="adj" fmla="val 12500"/>
            </a:avLst>
          </a:prstGeom>
          <a:solidFill>
            <a:schemeClr val="accent6"/>
          </a:solidFill>
          <a:ln/>
        </p:spPr>
      </p:sp>
      <p:sp>
        <p:nvSpPr>
          <p:cNvPr id="42" name="Rounded 283"/>
          <p:cNvSpPr/>
          <p:nvPr/>
        </p:nvSpPr>
        <p:spPr>
          <a:xfrm>
            <a:off x="3566160" y="3291840"/>
            <a:ext cx="292608" cy="292608"/>
          </a:xfrm>
          <a:prstGeom prst="roundRect">
            <a:avLst>
              <a:gd name="adj" fmla="val 12500"/>
            </a:avLst>
          </a:prstGeom>
          <a:solidFill>
            <a:schemeClr val="accent6"/>
          </a:solidFill>
          <a:ln/>
        </p:spPr>
      </p:sp>
      <p:sp>
        <p:nvSpPr>
          <p:cNvPr id="43" name="Rounded 284"/>
          <p:cNvSpPr/>
          <p:nvPr/>
        </p:nvSpPr>
        <p:spPr>
          <a:xfrm>
            <a:off x="3931920" y="3291840"/>
            <a:ext cx="292608" cy="292608"/>
          </a:xfrm>
          <a:prstGeom prst="roundRect">
            <a:avLst>
              <a:gd name="adj" fmla="val 12500"/>
            </a:avLst>
          </a:prstGeom>
          <a:solidFill>
            <a:schemeClr val="accent6"/>
          </a:solidFill>
          <a:ln/>
        </p:spPr>
      </p:sp>
      <p:sp>
        <p:nvSpPr>
          <p:cNvPr id="44" name="Rounded 285"/>
          <p:cNvSpPr/>
          <p:nvPr/>
        </p:nvSpPr>
        <p:spPr>
          <a:xfrm>
            <a:off x="4297680" y="3291840"/>
            <a:ext cx="292608" cy="292608"/>
          </a:xfrm>
          <a:prstGeom prst="roundRect">
            <a:avLst>
              <a:gd name="adj" fmla="val 12500"/>
            </a:avLst>
          </a:prstGeom>
          <a:solidFill>
            <a:schemeClr val="accent6"/>
          </a:solidFill>
          <a:ln/>
        </p:spPr>
      </p:sp>
      <p:sp>
        <p:nvSpPr>
          <p:cNvPr id="45" name="Rounded 286"/>
          <p:cNvSpPr/>
          <p:nvPr/>
        </p:nvSpPr>
        <p:spPr>
          <a:xfrm>
            <a:off x="1005840" y="3657600"/>
            <a:ext cx="292608" cy="292608"/>
          </a:xfrm>
          <a:prstGeom prst="roundRect">
            <a:avLst>
              <a:gd name="adj" fmla="val 12500"/>
            </a:avLst>
          </a:prstGeom>
          <a:solidFill>
            <a:schemeClr val="accent6"/>
          </a:solidFill>
          <a:ln/>
        </p:spPr>
      </p:sp>
      <p:sp>
        <p:nvSpPr>
          <p:cNvPr id="46" name="Rounded 287"/>
          <p:cNvSpPr/>
          <p:nvPr/>
        </p:nvSpPr>
        <p:spPr>
          <a:xfrm>
            <a:off x="1371600" y="3657600"/>
            <a:ext cx="292608" cy="292608"/>
          </a:xfrm>
          <a:prstGeom prst="roundRect">
            <a:avLst>
              <a:gd name="adj" fmla="val 12500"/>
            </a:avLst>
          </a:prstGeom>
          <a:solidFill>
            <a:schemeClr val="accent6"/>
          </a:solidFill>
          <a:ln/>
        </p:spPr>
      </p:sp>
      <p:sp>
        <p:nvSpPr>
          <p:cNvPr id="47" name="Rounded 288"/>
          <p:cNvSpPr/>
          <p:nvPr/>
        </p:nvSpPr>
        <p:spPr>
          <a:xfrm>
            <a:off x="1737360" y="3657600"/>
            <a:ext cx="292608" cy="292608"/>
          </a:xfrm>
          <a:prstGeom prst="roundRect">
            <a:avLst>
              <a:gd name="adj" fmla="val 12500"/>
            </a:avLst>
          </a:prstGeom>
          <a:solidFill>
            <a:schemeClr val="accent6"/>
          </a:solidFill>
          <a:ln/>
        </p:spPr>
      </p:sp>
      <p:sp>
        <p:nvSpPr>
          <p:cNvPr id="48" name="Rounded 289"/>
          <p:cNvSpPr/>
          <p:nvPr/>
        </p:nvSpPr>
        <p:spPr>
          <a:xfrm>
            <a:off x="2103120" y="3657600"/>
            <a:ext cx="292608" cy="292608"/>
          </a:xfrm>
          <a:prstGeom prst="roundRect">
            <a:avLst>
              <a:gd name="adj" fmla="val 12500"/>
            </a:avLst>
          </a:prstGeom>
          <a:solidFill>
            <a:schemeClr val="accent6"/>
          </a:solidFill>
          <a:ln/>
        </p:spPr>
      </p:sp>
      <p:sp>
        <p:nvSpPr>
          <p:cNvPr id="49" name="Rounded 290"/>
          <p:cNvSpPr/>
          <p:nvPr/>
        </p:nvSpPr>
        <p:spPr>
          <a:xfrm>
            <a:off x="2468880" y="3657600"/>
            <a:ext cx="292608" cy="292608"/>
          </a:xfrm>
          <a:prstGeom prst="roundRect">
            <a:avLst>
              <a:gd name="adj" fmla="val 12500"/>
            </a:avLst>
          </a:prstGeom>
          <a:solidFill>
            <a:schemeClr val="accent6"/>
          </a:solidFill>
          <a:ln/>
        </p:spPr>
      </p:sp>
      <p:sp>
        <p:nvSpPr>
          <p:cNvPr id="50" name="Rounded 291"/>
          <p:cNvSpPr/>
          <p:nvPr/>
        </p:nvSpPr>
        <p:spPr>
          <a:xfrm>
            <a:off x="2834640" y="3657600"/>
            <a:ext cx="292608" cy="292608"/>
          </a:xfrm>
          <a:prstGeom prst="roundRect">
            <a:avLst>
              <a:gd name="adj" fmla="val 12500"/>
            </a:avLst>
          </a:prstGeom>
          <a:solidFill>
            <a:schemeClr val="accent6"/>
          </a:solidFill>
          <a:ln/>
        </p:spPr>
      </p:sp>
      <p:sp>
        <p:nvSpPr>
          <p:cNvPr id="51" name="Rounded 292"/>
          <p:cNvSpPr/>
          <p:nvPr/>
        </p:nvSpPr>
        <p:spPr>
          <a:xfrm>
            <a:off x="3200400" y="3657600"/>
            <a:ext cx="292608" cy="292608"/>
          </a:xfrm>
          <a:prstGeom prst="roundRect">
            <a:avLst>
              <a:gd name="adj" fmla="val 12500"/>
            </a:avLst>
          </a:prstGeom>
          <a:solidFill>
            <a:schemeClr val="accent6"/>
          </a:solidFill>
          <a:ln/>
        </p:spPr>
      </p:sp>
      <p:sp>
        <p:nvSpPr>
          <p:cNvPr id="52" name="Rounded 293"/>
          <p:cNvSpPr/>
          <p:nvPr/>
        </p:nvSpPr>
        <p:spPr>
          <a:xfrm>
            <a:off x="3566160" y="3657600"/>
            <a:ext cx="292608" cy="292608"/>
          </a:xfrm>
          <a:prstGeom prst="roundRect">
            <a:avLst>
              <a:gd name="adj" fmla="val 12500"/>
            </a:avLst>
          </a:prstGeom>
          <a:solidFill>
            <a:schemeClr val="accent6"/>
          </a:solidFill>
          <a:ln/>
        </p:spPr>
      </p:sp>
      <p:sp>
        <p:nvSpPr>
          <p:cNvPr id="53" name="Rounded 294"/>
          <p:cNvSpPr/>
          <p:nvPr/>
        </p:nvSpPr>
        <p:spPr>
          <a:xfrm>
            <a:off x="3931920" y="3657600"/>
            <a:ext cx="292608" cy="292608"/>
          </a:xfrm>
          <a:prstGeom prst="roundRect">
            <a:avLst>
              <a:gd name="adj" fmla="val 12500"/>
            </a:avLst>
          </a:prstGeom>
          <a:solidFill>
            <a:schemeClr val="accent6"/>
          </a:solidFill>
          <a:ln/>
        </p:spPr>
      </p:sp>
      <p:sp>
        <p:nvSpPr>
          <p:cNvPr id="54" name="Rounded 295"/>
          <p:cNvSpPr/>
          <p:nvPr/>
        </p:nvSpPr>
        <p:spPr>
          <a:xfrm>
            <a:off x="4297680" y="3657600"/>
            <a:ext cx="292608" cy="292608"/>
          </a:xfrm>
          <a:prstGeom prst="roundRect">
            <a:avLst>
              <a:gd name="adj" fmla="val 12500"/>
            </a:avLst>
          </a:prstGeom>
          <a:solidFill>
            <a:schemeClr val="accent6"/>
          </a:solidFill>
          <a:ln/>
        </p:spPr>
      </p:sp>
      <p:sp>
        <p:nvSpPr>
          <p:cNvPr id="55" name="Rounded 296"/>
          <p:cNvSpPr/>
          <p:nvPr/>
        </p:nvSpPr>
        <p:spPr>
          <a:xfrm>
            <a:off x="1005840" y="4023360"/>
            <a:ext cx="292608" cy="292608"/>
          </a:xfrm>
          <a:prstGeom prst="roundRect">
            <a:avLst>
              <a:gd name="adj" fmla="val 12500"/>
            </a:avLst>
          </a:prstGeom>
          <a:solidFill>
            <a:schemeClr val="accent6"/>
          </a:solidFill>
          <a:ln/>
        </p:spPr>
      </p:sp>
      <p:sp>
        <p:nvSpPr>
          <p:cNvPr id="56" name="Rounded 297"/>
          <p:cNvSpPr/>
          <p:nvPr/>
        </p:nvSpPr>
        <p:spPr>
          <a:xfrm>
            <a:off x="1371600" y="4023360"/>
            <a:ext cx="292608" cy="292608"/>
          </a:xfrm>
          <a:prstGeom prst="roundRect">
            <a:avLst>
              <a:gd name="adj" fmla="val 12500"/>
            </a:avLst>
          </a:prstGeom>
          <a:solidFill>
            <a:schemeClr val="accent6"/>
          </a:solidFill>
          <a:ln/>
        </p:spPr>
      </p:sp>
      <p:sp>
        <p:nvSpPr>
          <p:cNvPr id="57" name="Rounded 298"/>
          <p:cNvSpPr/>
          <p:nvPr/>
        </p:nvSpPr>
        <p:spPr>
          <a:xfrm>
            <a:off x="1737360" y="4023360"/>
            <a:ext cx="292608" cy="292608"/>
          </a:xfrm>
          <a:prstGeom prst="roundRect">
            <a:avLst>
              <a:gd name="adj" fmla="val 12500"/>
            </a:avLst>
          </a:prstGeom>
          <a:solidFill>
            <a:schemeClr val="accent6"/>
          </a:solidFill>
          <a:ln/>
        </p:spPr>
      </p:sp>
      <p:sp>
        <p:nvSpPr>
          <p:cNvPr id="58" name="Rounded 299"/>
          <p:cNvSpPr/>
          <p:nvPr/>
        </p:nvSpPr>
        <p:spPr>
          <a:xfrm>
            <a:off x="2103120" y="4023360"/>
            <a:ext cx="292608" cy="292608"/>
          </a:xfrm>
          <a:prstGeom prst="roundRect">
            <a:avLst>
              <a:gd name="adj" fmla="val 12500"/>
            </a:avLst>
          </a:prstGeom>
          <a:solidFill>
            <a:schemeClr val="accent6"/>
          </a:solidFill>
          <a:ln/>
        </p:spPr>
      </p:sp>
      <p:sp>
        <p:nvSpPr>
          <p:cNvPr id="59" name="Rounded 300"/>
          <p:cNvSpPr/>
          <p:nvPr/>
        </p:nvSpPr>
        <p:spPr>
          <a:xfrm>
            <a:off x="2468880" y="4023360"/>
            <a:ext cx="292608" cy="292608"/>
          </a:xfrm>
          <a:prstGeom prst="roundRect">
            <a:avLst>
              <a:gd name="adj" fmla="val 12500"/>
            </a:avLst>
          </a:prstGeom>
          <a:solidFill>
            <a:schemeClr val="accent6"/>
          </a:solidFill>
          <a:ln/>
        </p:spPr>
      </p:sp>
      <p:sp>
        <p:nvSpPr>
          <p:cNvPr id="60" name="Rounded 301"/>
          <p:cNvSpPr/>
          <p:nvPr/>
        </p:nvSpPr>
        <p:spPr>
          <a:xfrm>
            <a:off x="2834640" y="4023360"/>
            <a:ext cx="292608" cy="292608"/>
          </a:xfrm>
          <a:prstGeom prst="roundRect">
            <a:avLst>
              <a:gd name="adj" fmla="val 12500"/>
            </a:avLst>
          </a:prstGeom>
          <a:solidFill>
            <a:schemeClr val="accent6"/>
          </a:solidFill>
          <a:ln/>
        </p:spPr>
      </p:sp>
      <p:sp>
        <p:nvSpPr>
          <p:cNvPr id="61" name="Rounded 302"/>
          <p:cNvSpPr/>
          <p:nvPr/>
        </p:nvSpPr>
        <p:spPr>
          <a:xfrm>
            <a:off x="3200400" y="4023360"/>
            <a:ext cx="292608" cy="292608"/>
          </a:xfrm>
          <a:prstGeom prst="roundRect">
            <a:avLst>
              <a:gd name="adj" fmla="val 12500"/>
            </a:avLst>
          </a:prstGeom>
          <a:solidFill>
            <a:schemeClr val="accent6"/>
          </a:solidFill>
          <a:ln/>
        </p:spPr>
      </p:sp>
      <p:sp>
        <p:nvSpPr>
          <p:cNvPr id="62" name="Rounded 303"/>
          <p:cNvSpPr/>
          <p:nvPr/>
        </p:nvSpPr>
        <p:spPr>
          <a:xfrm>
            <a:off x="3566160" y="4023360"/>
            <a:ext cx="292608" cy="292608"/>
          </a:xfrm>
          <a:prstGeom prst="roundRect">
            <a:avLst>
              <a:gd name="adj" fmla="val 12500"/>
            </a:avLst>
          </a:prstGeom>
          <a:solidFill>
            <a:schemeClr val="accent6"/>
          </a:solidFill>
          <a:ln/>
        </p:spPr>
      </p:sp>
      <p:sp>
        <p:nvSpPr>
          <p:cNvPr id="63" name="Rounded 304"/>
          <p:cNvSpPr/>
          <p:nvPr/>
        </p:nvSpPr>
        <p:spPr>
          <a:xfrm>
            <a:off x="3931920" y="4023360"/>
            <a:ext cx="292608" cy="292608"/>
          </a:xfrm>
          <a:prstGeom prst="roundRect">
            <a:avLst>
              <a:gd name="adj" fmla="val 12500"/>
            </a:avLst>
          </a:prstGeom>
          <a:solidFill>
            <a:schemeClr val="accent6"/>
          </a:solidFill>
          <a:ln/>
        </p:spPr>
      </p:sp>
      <p:sp>
        <p:nvSpPr>
          <p:cNvPr id="64" name="Rounded 305"/>
          <p:cNvSpPr/>
          <p:nvPr/>
        </p:nvSpPr>
        <p:spPr>
          <a:xfrm>
            <a:off x="4297680" y="4023360"/>
            <a:ext cx="292608" cy="292608"/>
          </a:xfrm>
          <a:prstGeom prst="roundRect">
            <a:avLst>
              <a:gd name="adj" fmla="val 12500"/>
            </a:avLst>
          </a:prstGeom>
          <a:solidFill>
            <a:schemeClr val="accent6"/>
          </a:solidFill>
          <a:ln/>
        </p:spPr>
      </p:sp>
      <p:sp>
        <p:nvSpPr>
          <p:cNvPr id="65" name="Rounded 306"/>
          <p:cNvSpPr/>
          <p:nvPr/>
        </p:nvSpPr>
        <p:spPr>
          <a:xfrm>
            <a:off x="1005840" y="4389120"/>
            <a:ext cx="292608" cy="292608"/>
          </a:xfrm>
          <a:prstGeom prst="roundRect">
            <a:avLst>
              <a:gd name="adj" fmla="val 12500"/>
            </a:avLst>
          </a:prstGeom>
          <a:solidFill>
            <a:schemeClr val="accent6"/>
          </a:solidFill>
          <a:ln/>
        </p:spPr>
      </p:sp>
      <p:sp>
        <p:nvSpPr>
          <p:cNvPr id="66" name="Rounded 307"/>
          <p:cNvSpPr/>
          <p:nvPr/>
        </p:nvSpPr>
        <p:spPr>
          <a:xfrm>
            <a:off x="1371600" y="4389120"/>
            <a:ext cx="292608" cy="292608"/>
          </a:xfrm>
          <a:prstGeom prst="roundRect">
            <a:avLst>
              <a:gd name="adj" fmla="val 12500"/>
            </a:avLst>
          </a:prstGeom>
          <a:solidFill>
            <a:schemeClr val="accent6"/>
          </a:solidFill>
          <a:ln/>
        </p:spPr>
      </p:sp>
      <p:sp>
        <p:nvSpPr>
          <p:cNvPr id="67" name="Rounded 308"/>
          <p:cNvSpPr/>
          <p:nvPr/>
        </p:nvSpPr>
        <p:spPr>
          <a:xfrm>
            <a:off x="1737360" y="4389120"/>
            <a:ext cx="292608" cy="292608"/>
          </a:xfrm>
          <a:prstGeom prst="roundRect">
            <a:avLst>
              <a:gd name="adj" fmla="val 12500"/>
            </a:avLst>
          </a:prstGeom>
          <a:solidFill>
            <a:schemeClr val="accent6"/>
          </a:solidFill>
          <a:ln/>
        </p:spPr>
      </p:sp>
      <p:sp>
        <p:nvSpPr>
          <p:cNvPr id="68" name="Rounded 309"/>
          <p:cNvSpPr/>
          <p:nvPr/>
        </p:nvSpPr>
        <p:spPr>
          <a:xfrm>
            <a:off x="2103120" y="4389120"/>
            <a:ext cx="292608" cy="292608"/>
          </a:xfrm>
          <a:prstGeom prst="roundRect">
            <a:avLst>
              <a:gd name="adj" fmla="val 12500"/>
            </a:avLst>
          </a:prstGeom>
          <a:solidFill>
            <a:schemeClr val="accent6"/>
          </a:solidFill>
          <a:ln/>
        </p:spPr>
      </p:sp>
      <p:sp>
        <p:nvSpPr>
          <p:cNvPr id="69" name="Rounded 310"/>
          <p:cNvSpPr/>
          <p:nvPr/>
        </p:nvSpPr>
        <p:spPr>
          <a:xfrm>
            <a:off x="2468880" y="4389120"/>
            <a:ext cx="292608" cy="292608"/>
          </a:xfrm>
          <a:prstGeom prst="roundRect">
            <a:avLst>
              <a:gd name="adj" fmla="val 12500"/>
            </a:avLst>
          </a:prstGeom>
          <a:solidFill>
            <a:schemeClr val="accent6"/>
          </a:solidFill>
          <a:ln/>
        </p:spPr>
      </p:sp>
      <p:sp>
        <p:nvSpPr>
          <p:cNvPr id="70" name="Rounded 311"/>
          <p:cNvSpPr/>
          <p:nvPr/>
        </p:nvSpPr>
        <p:spPr>
          <a:xfrm>
            <a:off x="2834640" y="4389120"/>
            <a:ext cx="292608" cy="292608"/>
          </a:xfrm>
          <a:prstGeom prst="roundRect">
            <a:avLst>
              <a:gd name="adj" fmla="val 12500"/>
            </a:avLst>
          </a:prstGeom>
          <a:solidFill>
            <a:schemeClr val="accent6"/>
          </a:solidFill>
          <a:ln/>
        </p:spPr>
      </p:sp>
      <p:sp>
        <p:nvSpPr>
          <p:cNvPr id="71" name="Rounded 312"/>
          <p:cNvSpPr/>
          <p:nvPr/>
        </p:nvSpPr>
        <p:spPr>
          <a:xfrm>
            <a:off x="3200400" y="4389120"/>
            <a:ext cx="292608" cy="292608"/>
          </a:xfrm>
          <a:prstGeom prst="roundRect">
            <a:avLst>
              <a:gd name="adj" fmla="val 12500"/>
            </a:avLst>
          </a:prstGeom>
          <a:solidFill>
            <a:schemeClr val="accent6"/>
          </a:solidFill>
          <a:ln/>
        </p:spPr>
      </p:sp>
      <p:sp>
        <p:nvSpPr>
          <p:cNvPr id="72" name="Rounded 313"/>
          <p:cNvSpPr/>
          <p:nvPr/>
        </p:nvSpPr>
        <p:spPr>
          <a:xfrm>
            <a:off x="3566160" y="4389120"/>
            <a:ext cx="292608" cy="292608"/>
          </a:xfrm>
          <a:prstGeom prst="roundRect">
            <a:avLst>
              <a:gd name="adj" fmla="val 12500"/>
            </a:avLst>
          </a:prstGeom>
          <a:solidFill>
            <a:schemeClr val="accent6"/>
          </a:solidFill>
          <a:ln/>
        </p:spPr>
      </p:sp>
      <p:sp>
        <p:nvSpPr>
          <p:cNvPr id="73" name="Rounded 314"/>
          <p:cNvSpPr/>
          <p:nvPr/>
        </p:nvSpPr>
        <p:spPr>
          <a:xfrm>
            <a:off x="3931920" y="4389120"/>
            <a:ext cx="292608" cy="292608"/>
          </a:xfrm>
          <a:prstGeom prst="roundRect">
            <a:avLst>
              <a:gd name="adj" fmla="val 12500"/>
            </a:avLst>
          </a:prstGeom>
          <a:solidFill>
            <a:schemeClr val="accent6"/>
          </a:solidFill>
          <a:ln/>
        </p:spPr>
      </p:sp>
      <p:sp>
        <p:nvSpPr>
          <p:cNvPr id="74" name="Rounded 315"/>
          <p:cNvSpPr/>
          <p:nvPr/>
        </p:nvSpPr>
        <p:spPr>
          <a:xfrm>
            <a:off x="4297680" y="4389120"/>
            <a:ext cx="292608" cy="292608"/>
          </a:xfrm>
          <a:prstGeom prst="roundRect">
            <a:avLst>
              <a:gd name="adj" fmla="val 12500"/>
            </a:avLst>
          </a:prstGeom>
          <a:solidFill>
            <a:schemeClr val="accent6"/>
          </a:solidFill>
          <a:ln/>
        </p:spPr>
      </p:sp>
      <p:sp>
        <p:nvSpPr>
          <p:cNvPr id="75" name="Rounded 316"/>
          <p:cNvSpPr/>
          <p:nvPr/>
        </p:nvSpPr>
        <p:spPr>
          <a:xfrm>
            <a:off x="1005840" y="4754880"/>
            <a:ext cx="292608" cy="292608"/>
          </a:xfrm>
          <a:prstGeom prst="roundRect">
            <a:avLst>
              <a:gd name="adj" fmla="val 12500"/>
            </a:avLst>
          </a:prstGeom>
          <a:solidFill>
            <a:schemeClr val="accent6"/>
          </a:solidFill>
          <a:ln/>
        </p:spPr>
      </p:sp>
      <p:sp>
        <p:nvSpPr>
          <p:cNvPr id="76" name="Rounded 317"/>
          <p:cNvSpPr/>
          <p:nvPr/>
        </p:nvSpPr>
        <p:spPr>
          <a:xfrm>
            <a:off x="1371600" y="4754880"/>
            <a:ext cx="292608" cy="292608"/>
          </a:xfrm>
          <a:prstGeom prst="roundRect">
            <a:avLst>
              <a:gd name="adj" fmla="val 12500"/>
            </a:avLst>
          </a:prstGeom>
          <a:solidFill>
            <a:schemeClr val="accent6"/>
          </a:solidFill>
          <a:ln/>
        </p:spPr>
      </p:sp>
      <p:sp>
        <p:nvSpPr>
          <p:cNvPr id="77" name="Rounded 318"/>
          <p:cNvSpPr/>
          <p:nvPr/>
        </p:nvSpPr>
        <p:spPr>
          <a:xfrm>
            <a:off x="1737360" y="4754880"/>
            <a:ext cx="292608" cy="292608"/>
          </a:xfrm>
          <a:prstGeom prst="roundRect">
            <a:avLst>
              <a:gd name="adj" fmla="val 12500"/>
            </a:avLst>
          </a:prstGeom>
          <a:solidFill>
            <a:schemeClr val="accent6"/>
          </a:solidFill>
          <a:ln/>
        </p:spPr>
      </p:sp>
      <p:sp>
        <p:nvSpPr>
          <p:cNvPr id="78" name="Rounded 319"/>
          <p:cNvSpPr/>
          <p:nvPr/>
        </p:nvSpPr>
        <p:spPr>
          <a:xfrm>
            <a:off x="2103120" y="4754880"/>
            <a:ext cx="292608" cy="292608"/>
          </a:xfrm>
          <a:prstGeom prst="roundRect">
            <a:avLst>
              <a:gd name="adj" fmla="val 12500"/>
            </a:avLst>
          </a:prstGeom>
          <a:solidFill>
            <a:schemeClr val="accent6"/>
          </a:solidFill>
          <a:ln/>
        </p:spPr>
      </p:sp>
      <p:sp>
        <p:nvSpPr>
          <p:cNvPr id="79" name="Rounded 320"/>
          <p:cNvSpPr/>
          <p:nvPr/>
        </p:nvSpPr>
        <p:spPr>
          <a:xfrm>
            <a:off x="2468880" y="4754880"/>
            <a:ext cx="292608" cy="292608"/>
          </a:xfrm>
          <a:prstGeom prst="roundRect">
            <a:avLst>
              <a:gd name="adj" fmla="val 12500"/>
            </a:avLst>
          </a:prstGeom>
          <a:solidFill>
            <a:schemeClr val="accent6"/>
          </a:solidFill>
          <a:ln/>
        </p:spPr>
      </p:sp>
      <p:sp>
        <p:nvSpPr>
          <p:cNvPr id="80" name="Rounded 321"/>
          <p:cNvSpPr/>
          <p:nvPr/>
        </p:nvSpPr>
        <p:spPr>
          <a:xfrm>
            <a:off x="2834640" y="4754880"/>
            <a:ext cx="292608" cy="292608"/>
          </a:xfrm>
          <a:prstGeom prst="roundRect">
            <a:avLst>
              <a:gd name="adj" fmla="val 12500"/>
            </a:avLst>
          </a:prstGeom>
          <a:solidFill>
            <a:schemeClr val="accent6"/>
          </a:solidFill>
          <a:ln/>
        </p:spPr>
      </p:sp>
      <p:sp>
        <p:nvSpPr>
          <p:cNvPr id="81" name="Rounded 322"/>
          <p:cNvSpPr/>
          <p:nvPr/>
        </p:nvSpPr>
        <p:spPr>
          <a:xfrm>
            <a:off x="3200400" y="4754880"/>
            <a:ext cx="292608" cy="292608"/>
          </a:xfrm>
          <a:prstGeom prst="roundRect">
            <a:avLst>
              <a:gd name="adj" fmla="val 12500"/>
            </a:avLst>
          </a:prstGeom>
          <a:solidFill>
            <a:schemeClr val="accent6"/>
          </a:solidFill>
          <a:ln/>
        </p:spPr>
      </p:sp>
      <p:sp>
        <p:nvSpPr>
          <p:cNvPr id="82" name="Rounded 323"/>
          <p:cNvSpPr/>
          <p:nvPr/>
        </p:nvSpPr>
        <p:spPr>
          <a:xfrm>
            <a:off x="3566160" y="4754880"/>
            <a:ext cx="292608" cy="292608"/>
          </a:xfrm>
          <a:prstGeom prst="roundRect">
            <a:avLst>
              <a:gd name="adj" fmla="val 12500"/>
            </a:avLst>
          </a:prstGeom>
          <a:solidFill>
            <a:schemeClr val="accent6"/>
          </a:solidFill>
          <a:ln/>
        </p:spPr>
      </p:sp>
      <p:sp>
        <p:nvSpPr>
          <p:cNvPr id="83" name="Rounded 324"/>
          <p:cNvSpPr/>
          <p:nvPr/>
        </p:nvSpPr>
        <p:spPr>
          <a:xfrm>
            <a:off x="3931920" y="4754880"/>
            <a:ext cx="292608" cy="292608"/>
          </a:xfrm>
          <a:prstGeom prst="roundRect">
            <a:avLst>
              <a:gd name="adj" fmla="val 12500"/>
            </a:avLst>
          </a:prstGeom>
          <a:solidFill>
            <a:schemeClr val="accent6"/>
          </a:solidFill>
          <a:ln/>
        </p:spPr>
      </p:sp>
      <p:sp>
        <p:nvSpPr>
          <p:cNvPr id="84" name="Rounded 325"/>
          <p:cNvSpPr/>
          <p:nvPr/>
        </p:nvSpPr>
        <p:spPr>
          <a:xfrm>
            <a:off x="4297680" y="4754880"/>
            <a:ext cx="292608" cy="292608"/>
          </a:xfrm>
          <a:prstGeom prst="roundRect">
            <a:avLst>
              <a:gd name="adj" fmla="val 12500"/>
            </a:avLst>
          </a:prstGeom>
          <a:solidFill>
            <a:schemeClr val="accent6"/>
          </a:solidFill>
          <a:ln/>
        </p:spPr>
      </p:sp>
      <p:sp>
        <p:nvSpPr>
          <p:cNvPr id="85" name="Rounded 326"/>
          <p:cNvSpPr/>
          <p:nvPr/>
        </p:nvSpPr>
        <p:spPr>
          <a:xfrm>
            <a:off x="1005840" y="5120640"/>
            <a:ext cx="292608" cy="292608"/>
          </a:xfrm>
          <a:prstGeom prst="roundRect">
            <a:avLst>
              <a:gd name="adj" fmla="val 12500"/>
            </a:avLst>
          </a:prstGeom>
          <a:solidFill>
            <a:schemeClr val="accent6"/>
          </a:solidFill>
          <a:ln/>
        </p:spPr>
      </p:sp>
      <p:sp>
        <p:nvSpPr>
          <p:cNvPr id="86" name="Rounded 327"/>
          <p:cNvSpPr/>
          <p:nvPr/>
        </p:nvSpPr>
        <p:spPr>
          <a:xfrm>
            <a:off x="1371600" y="5120640"/>
            <a:ext cx="58522" cy="292608"/>
          </a:xfrm>
          <a:prstGeom prst="roundRect">
            <a:avLst>
              <a:gd name="adj" fmla="val 62500"/>
            </a:avLst>
          </a:prstGeom>
          <a:solidFill>
            <a:schemeClr val="accent6"/>
          </a:solidFill>
          <a:ln/>
        </p:spPr>
      </p:sp>
      <p:sp>
        <p:nvSpPr>
          <p:cNvPr id="87" name="Rounded 328"/>
          <p:cNvSpPr/>
          <p:nvPr/>
        </p:nvSpPr>
        <p:spPr>
          <a:xfrm>
            <a:off x="1430122" y="5120640"/>
            <a:ext cx="234086" cy="292608"/>
          </a:xfrm>
          <a:prstGeom prst="roundRect">
            <a:avLst>
              <a:gd name="adj" fmla="val 15625"/>
            </a:avLst>
          </a:prstGeom>
          <a:solidFill>
            <a:schemeClr val="accent1"/>
          </a:solidFill>
          <a:ln/>
        </p:spPr>
      </p:sp>
      <p:sp>
        <p:nvSpPr>
          <p:cNvPr id="88" name="Rounded 329"/>
          <p:cNvSpPr/>
          <p:nvPr/>
        </p:nvSpPr>
        <p:spPr>
          <a:xfrm>
            <a:off x="1737360" y="5120640"/>
            <a:ext cx="292608" cy="292608"/>
          </a:xfrm>
          <a:prstGeom prst="roundRect">
            <a:avLst>
              <a:gd name="adj" fmla="val 12500"/>
            </a:avLst>
          </a:prstGeom>
          <a:solidFill>
            <a:schemeClr val="accent1"/>
          </a:solidFill>
          <a:ln/>
        </p:spPr>
      </p:sp>
      <p:sp>
        <p:nvSpPr>
          <p:cNvPr id="89" name="Rounded 330"/>
          <p:cNvSpPr/>
          <p:nvPr/>
        </p:nvSpPr>
        <p:spPr>
          <a:xfrm>
            <a:off x="2103120" y="5120640"/>
            <a:ext cx="292608" cy="292608"/>
          </a:xfrm>
          <a:prstGeom prst="roundRect">
            <a:avLst>
              <a:gd name="adj" fmla="val 12500"/>
            </a:avLst>
          </a:prstGeom>
          <a:solidFill>
            <a:schemeClr val="accent1"/>
          </a:solidFill>
          <a:ln/>
        </p:spPr>
      </p:sp>
      <p:sp>
        <p:nvSpPr>
          <p:cNvPr id="90" name="Rounded 331"/>
          <p:cNvSpPr/>
          <p:nvPr/>
        </p:nvSpPr>
        <p:spPr>
          <a:xfrm>
            <a:off x="2468880" y="5120640"/>
            <a:ext cx="292608" cy="292608"/>
          </a:xfrm>
          <a:prstGeom prst="roundRect">
            <a:avLst>
              <a:gd name="adj" fmla="val 12500"/>
            </a:avLst>
          </a:prstGeom>
          <a:solidFill>
            <a:schemeClr val="accent1"/>
          </a:solidFill>
          <a:ln/>
        </p:spPr>
      </p:sp>
      <p:sp>
        <p:nvSpPr>
          <p:cNvPr id="91" name="Rounded 332"/>
          <p:cNvSpPr/>
          <p:nvPr/>
        </p:nvSpPr>
        <p:spPr>
          <a:xfrm>
            <a:off x="2834640" y="5120640"/>
            <a:ext cx="175565" cy="292608"/>
          </a:xfrm>
          <a:prstGeom prst="roundRect">
            <a:avLst>
              <a:gd name="adj" fmla="val 20833"/>
            </a:avLst>
          </a:prstGeom>
          <a:solidFill>
            <a:schemeClr val="accent1"/>
          </a:solidFill>
          <a:ln/>
        </p:spPr>
      </p:sp>
      <p:sp>
        <p:nvSpPr>
          <p:cNvPr id="92" name="Text 333"/>
          <p:cNvSpPr txBox="1"/>
          <p:nvPr/>
        </p:nvSpPr>
        <p:spPr>
          <a:xfrm>
            <a:off x="5852160" y="2194560"/>
            <a:ext cx="5486400" cy="411480"/>
          </a:xfrm>
          <a:prstGeom prst="rect">
            <a:avLst/>
          </a:prstGeom>
          <a:noFill/>
          <a:ln/>
        </p:spPr>
        <p:txBody>
          <a:bodyPr wrap="square" lIns="0" tIns="0" rIns="0" bIns="0" rtlCol="0" anchor="ctr"/>
          <a:lstStyle/>
          <a:p>
            <a:pPr indent="0" marL="0">
              <a:buNone/>
            </a:pPr>
            <a:r>
              <a:rPr lang="en-US" sz="3100" dirty="0">
                <a:solidFill>
                  <a:schemeClr val="tx2"/>
                </a:solidFill>
              </a:rPr>
              <a:t>800 + 56</a:t>
            </a:r>
            <a:endParaRPr lang="en-US" sz="3100" dirty="0"/>
          </a:p>
        </p:txBody>
      </p:sp>
      <p:sp>
        <p:nvSpPr>
          <p:cNvPr id="93" name="Text 334"/>
          <p:cNvSpPr txBox="1"/>
          <p:nvPr/>
        </p:nvSpPr>
        <p:spPr>
          <a:xfrm>
            <a:off x="5852160" y="2514600"/>
            <a:ext cx="5486400" cy="1005840"/>
          </a:xfrm>
          <a:prstGeom prst="rect">
            <a:avLst/>
          </a:prstGeom>
          <a:noFill/>
          <a:ln/>
        </p:spPr>
        <p:txBody>
          <a:bodyPr wrap="square" lIns="0" tIns="0" rIns="0" bIns="0" rtlCol="0" anchor="ctr"/>
          <a:lstStyle/>
          <a:p>
            <a:pPr indent="0" marL="0">
              <a:buNone/>
            </a:pPr>
            <a:r>
              <a:rPr lang="en-US" sz="9000" b="1" spc="-300" kern="0" dirty="0">
                <a:solidFill>
                  <a:schemeClr val="tx1"/>
                </a:solidFill>
              </a:rPr>
              <a:t>856</a:t>
            </a:r>
            <a:endParaRPr lang="en-US" sz="9000" dirty="0"/>
          </a:p>
        </p:txBody>
      </p:sp>
      <p:sp>
        <p:nvSpPr>
          <p:cNvPr id="94" name="Line 335"/>
          <p:cNvSpPr/>
          <p:nvPr/>
        </p:nvSpPr>
        <p:spPr>
          <a:xfrm>
            <a:off x="5852160" y="3611880"/>
            <a:ext cx="5120640" cy="0"/>
          </a:xfrm>
          <a:prstGeom prst="line">
            <a:avLst/>
          </a:prstGeom>
          <a:noFill/>
          <a:ln w="9525">
            <a:solidFill>
              <a:schemeClr val="accent2"/>
            </a:solidFill>
            <a:prstDash val="solid"/>
          </a:ln>
        </p:spPr>
      </p:sp>
      <p:sp>
        <p:nvSpPr>
          <p:cNvPr id="95" name="Text 336"/>
          <p:cNvSpPr txBox="1"/>
          <p:nvPr/>
        </p:nvSpPr>
        <p:spPr>
          <a:xfrm>
            <a:off x="5852160" y="3703320"/>
            <a:ext cx="5486400" cy="868680"/>
          </a:xfrm>
          <a:prstGeom prst="rect">
            <a:avLst/>
          </a:prstGeom>
          <a:noFill/>
          <a:ln/>
        </p:spPr>
        <p:txBody>
          <a:bodyPr wrap="square" lIns="0" tIns="0" rIns="0" bIns="0" rtlCol="0" anchor="ctr"/>
          <a:lstStyle/>
          <a:p>
            <a:pPr indent="0" marL="0">
              <a:buNone/>
            </a:pPr>
            <a:r>
              <a:rPr lang="en-US" sz="6700" b="1" spc="-200" kern="0" dirty="0">
                <a:solidFill>
                  <a:schemeClr val="accent1"/>
                </a:solidFill>
              </a:rPr>
              <a:t>44</a:t>
            </a:r>
            <a:pPr indent="0" marL="0">
              <a:buNone/>
            </a:pPr>
            <a:r>
              <a:rPr lang="en-US" sz="3600" dirty="0">
                <a:solidFill>
                  <a:schemeClr val="tx1"/>
                </a:solidFill>
              </a:rPr>
              <a:t>  Starliners</a:t>
            </a:r>
            <a:endParaRPr lang="en-US" sz="6700" dirty="0"/>
          </a:p>
        </p:txBody>
      </p:sp>
      <p:sp>
        <p:nvSpPr>
          <p:cNvPr id="96" name="Text 337"/>
          <p:cNvSpPr txBox="1"/>
          <p:nvPr/>
        </p:nvSpPr>
        <p:spPr>
          <a:xfrm>
            <a:off x="5852160" y="4663440"/>
            <a:ext cx="5943600" cy="457200"/>
          </a:xfrm>
          <a:prstGeom prst="rect">
            <a:avLst/>
          </a:prstGeom>
          <a:noFill/>
          <a:ln/>
        </p:spPr>
        <p:txBody>
          <a:bodyPr wrap="square" lIns="0" tIns="0" rIns="0" bIns="0" rtlCol="0" anchor="ctr"/>
          <a:lstStyle/>
          <a:p>
            <a:pPr indent="0" marL="0">
              <a:buNone/>
            </a:pPr>
            <a:r>
              <a:rPr lang="en-US" sz="2400" dirty="0">
                <a:solidFill>
                  <a:schemeClr val="tx2"/>
                </a:solidFill>
              </a:rPr>
              <a:t>Flown by TWA, Air France, Lufthansa</a:t>
            </a:r>
            <a:endParaRPr lang="en-US" sz="24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38"/>
          <p:cNvSpPr txBox="1"/>
          <p:nvPr/>
        </p:nvSpPr>
        <p:spPr>
          <a:xfrm>
            <a:off x="731520" y="2103120"/>
            <a:ext cx="10728655" cy="274320"/>
          </a:xfrm>
          <a:prstGeom prst="rect">
            <a:avLst/>
          </a:prstGeom>
          <a:noFill/>
          <a:ln/>
        </p:spPr>
        <p:txBody>
          <a:bodyPr wrap="square" lIns="0" tIns="0" rIns="0" bIns="0" rtlCol="0" anchor="ctr"/>
          <a:lstStyle/>
          <a:p>
            <a:pPr algn="ctr" indent="0" marL="0">
              <a:buNone/>
            </a:pPr>
            <a:r>
              <a:rPr lang="en-US" sz="2000" b="1" spc="300" kern="0" dirty="0">
                <a:solidFill>
                  <a:schemeClr val="accent1"/>
                </a:solidFill>
              </a:rPr>
              <a:t>PART 2</a:t>
            </a:r>
            <a:endParaRPr lang="en-US" sz="2000" dirty="0"/>
          </a:p>
        </p:txBody>
      </p:sp>
      <p:sp>
        <p:nvSpPr>
          <p:cNvPr id="3" name="Text 339"/>
          <p:cNvSpPr txBox="1"/>
          <p:nvPr/>
        </p:nvSpPr>
        <p:spPr>
          <a:xfrm>
            <a:off x="731520" y="2468880"/>
            <a:ext cx="10728655" cy="1188720"/>
          </a:xfrm>
          <a:prstGeom prst="rect">
            <a:avLst/>
          </a:prstGeom>
          <a:noFill/>
          <a:ln/>
        </p:spPr>
        <p:txBody>
          <a:bodyPr wrap="square" lIns="0" tIns="0" rIns="0" bIns="0" rtlCol="0" anchor="ctr"/>
          <a:lstStyle/>
          <a:p>
            <a:pPr algn="ctr" indent="0" marL="0">
              <a:buNone/>
            </a:pPr>
            <a:r>
              <a:rPr lang="en-US" sz="6700" b="1" spc="-200" kern="0" dirty="0">
                <a:solidFill>
                  <a:schemeClr val="tx1"/>
                </a:solidFill>
              </a:rPr>
              <a:t>Main uses</a:t>
            </a:r>
            <a:endParaRPr lang="en-US" sz="6700" dirty="0"/>
          </a:p>
        </p:txBody>
      </p:sp>
      <p:sp>
        <p:nvSpPr>
          <p:cNvPr id="4" name="Text 340"/>
          <p:cNvSpPr txBox="1"/>
          <p:nvPr/>
        </p:nvSpPr>
        <p:spPr>
          <a:xfrm>
            <a:off x="731520" y="3749040"/>
            <a:ext cx="10728655" cy="548640"/>
          </a:xfrm>
          <a:prstGeom prst="rect">
            <a:avLst/>
          </a:prstGeom>
          <a:noFill/>
          <a:ln/>
        </p:spPr>
        <p:txBody>
          <a:bodyPr wrap="square" lIns="0" tIns="0" rIns="0" bIns="0" rtlCol="0" anchor="ctr"/>
          <a:lstStyle/>
          <a:p>
            <a:pPr algn="ctr" indent="0" marL="0">
              <a:buNone/>
            </a:pPr>
            <a:r>
              <a:rPr lang="en-US" sz="3400" dirty="0">
                <a:solidFill>
                  <a:schemeClr val="tx2"/>
                </a:solidFill>
              </a:rPr>
              <a:t>What the Constellation was actually for</a:t>
            </a:r>
            <a:endParaRPr lang="en-US" sz="34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341"/>
          <p:cNvSpPr txBox="1"/>
          <p:nvPr/>
        </p:nvSpPr>
        <p:spPr>
          <a:xfrm>
            <a:off x="822960" y="685800"/>
            <a:ext cx="6400800" cy="822960"/>
          </a:xfrm>
          <a:prstGeom prst="rect">
            <a:avLst/>
          </a:prstGeom>
          <a:noFill/>
          <a:ln/>
        </p:spPr>
        <p:txBody>
          <a:bodyPr wrap="square" lIns="0" tIns="0" rIns="0" bIns="0" rtlCol="0" anchor="ctr"/>
          <a:lstStyle/>
          <a:p>
            <a:pPr indent="0" marL="0">
              <a:buNone/>
            </a:pPr>
            <a:r>
              <a:rPr lang="en-US" sz="4900" b="1" spc="-150" kern="0" dirty="0">
                <a:solidFill>
                  <a:schemeClr val="tx1"/>
                </a:solidFill>
              </a:rPr>
              <a:t>One more thing…</a:t>
            </a:r>
            <a:endParaRPr lang="en-US" sz="4900" dirty="0"/>
          </a:p>
        </p:txBody>
      </p:sp>
      <p:sp>
        <p:nvSpPr>
          <p:cNvPr id="3" name="Text 342"/>
          <p:cNvSpPr txBox="1"/>
          <p:nvPr/>
        </p:nvSpPr>
        <p:spPr>
          <a:xfrm>
            <a:off x="822960" y="1554480"/>
            <a:ext cx="6949440" cy="457200"/>
          </a:xfrm>
          <a:prstGeom prst="rect">
            <a:avLst/>
          </a:prstGeom>
          <a:noFill/>
          <a:ln/>
        </p:spPr>
        <p:txBody>
          <a:bodyPr wrap="square" lIns="0" tIns="0" rIns="0" bIns="0" rtlCol="0" anchor="ctr"/>
          <a:lstStyle/>
          <a:p>
            <a:pPr indent="0" marL="0">
              <a:buNone/>
            </a:pPr>
            <a:r>
              <a:rPr lang="en-US" sz="2600" dirty="0">
                <a:solidFill>
                  <a:schemeClr val="tx2"/>
                </a:solidFill>
              </a:rPr>
              <a:t>The journey itself is worth looking forward to</a:t>
            </a:r>
            <a:endParaRPr lang="en-US" sz="2600" dirty="0"/>
          </a:p>
        </p:txBody>
      </p:sp>
      <p:sp>
        <p:nvSpPr>
          <p:cNvPr id="4" name="Text 343"/>
          <p:cNvSpPr txBox="1"/>
          <p:nvPr/>
        </p:nvSpPr>
        <p:spPr>
          <a:xfrm>
            <a:off x="822960" y="2468880"/>
            <a:ext cx="2286000" cy="640080"/>
          </a:xfrm>
          <a:prstGeom prst="rect">
            <a:avLst/>
          </a:prstGeom>
          <a:noFill/>
          <a:ln/>
        </p:spPr>
        <p:txBody>
          <a:bodyPr wrap="square" lIns="0" tIns="0" rIns="0" bIns="0" rtlCol="0" anchor="ctr"/>
          <a:lstStyle/>
          <a:p>
            <a:pPr indent="0" marL="0">
              <a:buNone/>
            </a:pPr>
            <a:r>
              <a:rPr lang="en-US" sz="3000" b="1" dirty="0">
                <a:solidFill>
                  <a:schemeClr val="tx1"/>
                </a:solidFill>
              </a:rPr>
              <a:t>Hamburg</a:t>
            </a:r>
            <a:endParaRPr lang="en-US" sz="3000" dirty="0"/>
          </a:p>
        </p:txBody>
      </p:sp>
      <p:sp>
        <p:nvSpPr>
          <p:cNvPr id="5" name="Line 344"/>
          <p:cNvSpPr/>
          <p:nvPr/>
        </p:nvSpPr>
        <p:spPr>
          <a:xfrm>
            <a:off x="3108960" y="2788920"/>
            <a:ext cx="1463040" cy="0"/>
          </a:xfrm>
          <a:prstGeom prst="line">
            <a:avLst/>
          </a:prstGeom>
          <a:noFill/>
          <a:ln w="12700">
            <a:solidFill>
              <a:schemeClr val="accent2"/>
            </a:solidFill>
            <a:prstDash val="sysDot"/>
          </a:ln>
        </p:spPr>
      </p:sp>
      <p:pic>
        <p:nvPicPr>
          <p:cNvPr id="6" name="Icon 345" descr="preencoded.png">    </p:cNvPr>
          <p:cNvPicPr>
            <a:picLocks noChangeAspect="1"/>
          </p:cNvPicPr>
          <p:nvPr/>
        </p:nvPicPr>
        <p:blipFill>
          <a:blip r:embed="rId2"/>
          <a:stretch>
            <a:fillRect/>
          </a:stretch>
        </p:blipFill>
        <p:spPr>
          <a:xfrm rot="5400000">
            <a:off x="3593592" y="2542032"/>
            <a:ext cx="493776" cy="493776"/>
          </a:xfrm>
          <a:prstGeom prst="rect">
            <a:avLst/>
          </a:prstGeom>
        </p:spPr>
      </p:pic>
      <p:sp>
        <p:nvSpPr>
          <p:cNvPr id="7" name="Text 346"/>
          <p:cNvSpPr txBox="1"/>
          <p:nvPr/>
        </p:nvSpPr>
        <p:spPr>
          <a:xfrm>
            <a:off x="4754880" y="2468880"/>
            <a:ext cx="2377440" cy="640080"/>
          </a:xfrm>
          <a:prstGeom prst="rect">
            <a:avLst/>
          </a:prstGeom>
          <a:noFill/>
          <a:ln/>
        </p:spPr>
        <p:txBody>
          <a:bodyPr wrap="square" lIns="0" tIns="0" rIns="0" bIns="0" rtlCol="0" anchor="ctr"/>
          <a:lstStyle/>
          <a:p>
            <a:pPr indent="0" marL="0">
              <a:buNone/>
            </a:pPr>
            <a:r>
              <a:rPr lang="en-US" sz="3000" b="1" dirty="0">
                <a:solidFill>
                  <a:schemeClr val="tx1"/>
                </a:solidFill>
              </a:rPr>
              <a:t>New York</a:t>
            </a:r>
            <a:endParaRPr lang="en-US" sz="3000" dirty="0"/>
          </a:p>
        </p:txBody>
      </p:sp>
      <p:sp>
        <p:nvSpPr>
          <p:cNvPr id="8" name="Text 347"/>
          <p:cNvSpPr txBox="1"/>
          <p:nvPr/>
        </p:nvSpPr>
        <p:spPr>
          <a:xfrm>
            <a:off x="822960" y="3200400"/>
            <a:ext cx="5760720" cy="365760"/>
          </a:xfrm>
          <a:prstGeom prst="rect">
            <a:avLst/>
          </a:prstGeom>
          <a:noFill/>
          <a:ln/>
        </p:spPr>
        <p:txBody>
          <a:bodyPr wrap="square" lIns="0" tIns="0" rIns="0" bIns="0" rtlCol="0" anchor="t"/>
          <a:lstStyle/>
          <a:p>
            <a:pPr indent="0" marL="0">
              <a:buNone/>
            </a:pPr>
            <a:r>
              <a:rPr lang="en-US" sz="2900" dirty="0">
                <a:solidFill>
                  <a:schemeClr val="tx2"/>
                </a:solidFill>
              </a:rPr>
              <a:t>Up to 17 hours</a:t>
            </a:r>
            <a:endParaRPr lang="en-US" sz="2900" dirty="0"/>
          </a:p>
        </p:txBody>
      </p:sp>
      <p:sp>
        <p:nvSpPr>
          <p:cNvPr id="9" name="Circle 348"/>
          <p:cNvSpPr/>
          <p:nvPr/>
        </p:nvSpPr>
        <p:spPr>
          <a:xfrm>
            <a:off x="822960" y="3959352"/>
            <a:ext cx="768096" cy="768096"/>
          </a:xfrm>
          <a:prstGeom prst="ellipse">
            <a:avLst/>
          </a:prstGeom>
          <a:solidFill>
            <a:schemeClr val="bg2"/>
          </a:solidFill>
          <a:ln/>
        </p:spPr>
      </p:sp>
      <p:pic>
        <p:nvPicPr>
          <p:cNvPr id="10" name="Icon 349" descr="preencoded.png">    </p:cNvPr>
          <p:cNvPicPr>
            <a:picLocks noChangeAspect="1"/>
          </p:cNvPicPr>
          <p:nvPr/>
        </p:nvPicPr>
        <p:blipFill>
          <a:blip r:embed="rId3"/>
          <a:stretch>
            <a:fillRect/>
          </a:stretch>
        </p:blipFill>
        <p:spPr>
          <a:xfrm>
            <a:off x="1014984" y="4151376"/>
            <a:ext cx="384048" cy="384048"/>
          </a:xfrm>
          <a:prstGeom prst="rect">
            <a:avLst/>
          </a:prstGeom>
        </p:spPr>
      </p:pic>
      <p:sp>
        <p:nvSpPr>
          <p:cNvPr id="11" name="Text 350"/>
          <p:cNvSpPr txBox="1"/>
          <p:nvPr/>
        </p:nvSpPr>
        <p:spPr>
          <a:xfrm>
            <a:off x="1737360" y="4023360"/>
            <a:ext cx="1051560" cy="640080"/>
          </a:xfrm>
          <a:prstGeom prst="rect">
            <a:avLst/>
          </a:prstGeom>
          <a:noFill/>
          <a:ln/>
        </p:spPr>
        <p:txBody>
          <a:bodyPr wrap="square" lIns="0" tIns="0" rIns="0" bIns="0" rtlCol="0" anchor="ctr"/>
          <a:lstStyle/>
          <a:p>
            <a:pPr indent="0" marL="0">
              <a:buNone/>
            </a:pPr>
            <a:r>
              <a:rPr lang="en-US" sz="3100" b="1" dirty="0">
                <a:solidFill>
                  <a:schemeClr val="tx1"/>
                </a:solidFill>
              </a:rPr>
              <a:t>Dine</a:t>
            </a:r>
            <a:endParaRPr lang="en-US" sz="3100" dirty="0"/>
          </a:p>
        </p:txBody>
      </p:sp>
      <p:sp>
        <p:nvSpPr>
          <p:cNvPr id="12" name="Circle 351"/>
          <p:cNvSpPr/>
          <p:nvPr/>
        </p:nvSpPr>
        <p:spPr>
          <a:xfrm>
            <a:off x="2788920" y="3959352"/>
            <a:ext cx="768096" cy="768096"/>
          </a:xfrm>
          <a:prstGeom prst="ellipse">
            <a:avLst/>
          </a:prstGeom>
          <a:solidFill>
            <a:schemeClr val="bg2"/>
          </a:solidFill>
          <a:ln/>
        </p:spPr>
      </p:sp>
      <p:pic>
        <p:nvPicPr>
          <p:cNvPr id="13" name="Icon 352" descr="preencoded.png">    </p:cNvPr>
          <p:cNvPicPr>
            <a:picLocks noChangeAspect="1"/>
          </p:cNvPicPr>
          <p:nvPr/>
        </p:nvPicPr>
        <p:blipFill>
          <a:blip r:embed="rId4"/>
          <a:stretch>
            <a:fillRect/>
          </a:stretch>
        </p:blipFill>
        <p:spPr>
          <a:xfrm>
            <a:off x="2980944" y="4151376"/>
            <a:ext cx="384048" cy="384048"/>
          </a:xfrm>
          <a:prstGeom prst="rect">
            <a:avLst/>
          </a:prstGeom>
        </p:spPr>
      </p:pic>
      <p:sp>
        <p:nvSpPr>
          <p:cNvPr id="14" name="Text 353"/>
          <p:cNvSpPr txBox="1"/>
          <p:nvPr/>
        </p:nvSpPr>
        <p:spPr>
          <a:xfrm>
            <a:off x="3703320" y="4023360"/>
            <a:ext cx="1051560" cy="640080"/>
          </a:xfrm>
          <a:prstGeom prst="rect">
            <a:avLst/>
          </a:prstGeom>
          <a:noFill/>
          <a:ln/>
        </p:spPr>
        <p:txBody>
          <a:bodyPr wrap="square" lIns="0" tIns="0" rIns="0" bIns="0" rtlCol="0" anchor="ctr"/>
          <a:lstStyle/>
          <a:p>
            <a:pPr indent="0" marL="0">
              <a:buNone/>
            </a:pPr>
            <a:r>
              <a:rPr lang="en-US" sz="3100" b="1" dirty="0">
                <a:solidFill>
                  <a:schemeClr val="tx1"/>
                </a:solidFill>
              </a:rPr>
              <a:t>Talk</a:t>
            </a:r>
            <a:endParaRPr lang="en-US" sz="3100" dirty="0"/>
          </a:p>
        </p:txBody>
      </p:sp>
      <p:sp>
        <p:nvSpPr>
          <p:cNvPr id="15" name="Circle 354"/>
          <p:cNvSpPr/>
          <p:nvPr/>
        </p:nvSpPr>
        <p:spPr>
          <a:xfrm>
            <a:off x="4754880" y="3959352"/>
            <a:ext cx="768096" cy="768096"/>
          </a:xfrm>
          <a:prstGeom prst="ellipse">
            <a:avLst/>
          </a:prstGeom>
          <a:solidFill>
            <a:schemeClr val="bg2"/>
          </a:solidFill>
          <a:ln/>
        </p:spPr>
      </p:sp>
      <p:pic>
        <p:nvPicPr>
          <p:cNvPr id="16" name="Icon 355" descr="preencoded.png">    </p:cNvPr>
          <p:cNvPicPr>
            <a:picLocks noChangeAspect="1"/>
          </p:cNvPicPr>
          <p:nvPr/>
        </p:nvPicPr>
        <p:blipFill>
          <a:blip r:embed="rId5"/>
          <a:stretch>
            <a:fillRect/>
          </a:stretch>
        </p:blipFill>
        <p:spPr>
          <a:xfrm>
            <a:off x="4946904" y="4151376"/>
            <a:ext cx="384048" cy="384048"/>
          </a:xfrm>
          <a:prstGeom prst="rect">
            <a:avLst/>
          </a:prstGeom>
        </p:spPr>
      </p:pic>
      <p:sp>
        <p:nvSpPr>
          <p:cNvPr id="17" name="Text 356"/>
          <p:cNvSpPr txBox="1"/>
          <p:nvPr/>
        </p:nvSpPr>
        <p:spPr>
          <a:xfrm>
            <a:off x="5669280" y="4023360"/>
            <a:ext cx="1051560" cy="640080"/>
          </a:xfrm>
          <a:prstGeom prst="rect">
            <a:avLst/>
          </a:prstGeom>
          <a:noFill/>
          <a:ln/>
        </p:spPr>
        <p:txBody>
          <a:bodyPr wrap="square" lIns="0" tIns="0" rIns="0" bIns="0" rtlCol="0" anchor="ctr"/>
          <a:lstStyle/>
          <a:p>
            <a:pPr indent="0" marL="0">
              <a:buNone/>
            </a:pPr>
            <a:r>
              <a:rPr lang="en-US" sz="3100" b="1" dirty="0">
                <a:solidFill>
                  <a:schemeClr val="tx1"/>
                </a:solidFill>
              </a:rPr>
              <a:t>Rest</a:t>
            </a:r>
            <a:endParaRPr lang="en-US" sz="3100" dirty="0"/>
          </a:p>
        </p:txBody>
      </p:sp>
      <p:sp>
        <p:nvSpPr>
          <p:cNvPr id="18" name="Text 357"/>
          <p:cNvSpPr txBox="1"/>
          <p:nvPr/>
        </p:nvSpPr>
        <p:spPr>
          <a:xfrm>
            <a:off x="822960" y="5074920"/>
            <a:ext cx="6583680" cy="457200"/>
          </a:xfrm>
          <a:prstGeom prst="rect">
            <a:avLst/>
          </a:prstGeom>
          <a:noFill/>
          <a:ln/>
        </p:spPr>
        <p:txBody>
          <a:bodyPr wrap="square" lIns="0" tIns="0" rIns="0" bIns="0" rtlCol="0" anchor="t"/>
          <a:lstStyle/>
          <a:p>
            <a:pPr indent="0" marL="0">
              <a:buNone/>
            </a:pPr>
            <a:r>
              <a:rPr lang="en-US" sz="2400" dirty="0">
                <a:solidFill>
                  <a:schemeClr val="tx2"/>
                </a:solidFill>
              </a:rPr>
              <a:t>Lounge and sleeper berths on some flights</a:t>
            </a:r>
            <a:endParaRPr lang="en-US" sz="24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lIns="0" tIns="0" rIns="0" bIns="0" rtlCol="0" anchor="ctr"/>
          <a:lstStyle/>
          <a:p>
            <a:pPr algn="ctr" indent="0" marL="0">
              <a:buNone/>
            </a:pPr>
            <a:r>
              <a:rPr lang="en-US" sz="4000" b="1" spc="-100" kern="0" dirty="0">
                <a:solidFill>
                  <a:schemeClr val="tx1"/>
                </a:solidFill>
              </a:rPr>
              <a:t>Unusual Jobs</a:t>
            </a:r>
            <a:endParaRPr lang="en-US" sz="4000" dirty="0"/>
          </a:p>
        </p:txBody>
      </p:sp>
      <p:sp>
        <p:nvSpPr>
          <p:cNvPr id="3" name="Text 0"/>
          <p:cNvSpPr/>
          <p:nvPr>
            <p:ph idx="101" type="body" hasCustomPrompt="1"/>
          </p:nvPr>
        </p:nvSpPr>
        <p:spPr>
          <a:xfrm>
            <a:off x="731520" y="5486400"/>
            <a:ext cx="10728655" cy="777240"/>
          </a:xfrm>
          <a:prstGeom prst="rect">
            <a:avLst/>
          </a:prstGeom>
          <a:noFill/>
          <a:ln/>
        </p:spPr>
        <p:txBody>
          <a:bodyPr wrap="square" lIns="0" tIns="0" rIns="0" bIns="0" rtlCol="0" anchor="ctr"/>
          <a:lstStyle/>
          <a:p>
            <a:pPr algn="ctr" indent="0" marL="0">
              <a:buNone/>
            </a:pPr>
            <a:r>
              <a:rPr lang="en-US" sz="3400" dirty="0">
                <a:solidFill>
                  <a:schemeClr val="tx1"/>
                </a:solidFill>
              </a:rPr>
              <a:t>Passengers, a President, and the military</a:t>
            </a:r>
            <a:endParaRPr lang="en-US" sz="3400" dirty="0"/>
          </a:p>
        </p:txBody>
      </p:sp>
      <p:sp>
        <p:nvSpPr>
          <p:cNvPr id="4" name="Rounded 358"/>
          <p:cNvSpPr/>
          <p:nvPr/>
        </p:nvSpPr>
        <p:spPr>
          <a:xfrm>
            <a:off x="655168" y="2148840"/>
            <a:ext cx="3383280" cy="3108960"/>
          </a:xfrm>
          <a:prstGeom prst="roundRect">
            <a:avLst>
              <a:gd name="adj" fmla="val 6471"/>
            </a:avLst>
          </a:prstGeom>
          <a:solidFill>
            <a:schemeClr val="bg2"/>
          </a:solidFill>
          <a:ln/>
        </p:spPr>
      </p:sp>
      <p:sp>
        <p:nvSpPr>
          <p:cNvPr id="5" name="Circle 359"/>
          <p:cNvSpPr/>
          <p:nvPr/>
        </p:nvSpPr>
        <p:spPr>
          <a:xfrm>
            <a:off x="1066648" y="2468880"/>
            <a:ext cx="731520" cy="731520"/>
          </a:xfrm>
          <a:prstGeom prst="ellipse">
            <a:avLst/>
          </a:prstGeom>
          <a:solidFill>
            <a:schemeClr val="accent4"/>
          </a:solidFill>
          <a:ln/>
        </p:spPr>
      </p:sp>
      <p:pic>
        <p:nvPicPr>
          <p:cNvPr id="6" name="Icon 360" descr="preencoded.png">    </p:cNvPr>
          <p:cNvPicPr>
            <a:picLocks noChangeAspect="1"/>
          </p:cNvPicPr>
          <p:nvPr/>
        </p:nvPicPr>
        <p:blipFill>
          <a:blip r:embed="rId1"/>
          <a:stretch>
            <a:fillRect/>
          </a:stretch>
        </p:blipFill>
        <p:spPr>
          <a:xfrm>
            <a:off x="1249528" y="2651760"/>
            <a:ext cx="365760" cy="365760"/>
          </a:xfrm>
          <a:prstGeom prst="rect">
            <a:avLst/>
          </a:prstGeom>
        </p:spPr>
      </p:pic>
      <p:sp>
        <p:nvSpPr>
          <p:cNvPr id="7" name="Text 361"/>
          <p:cNvSpPr txBox="1"/>
          <p:nvPr/>
        </p:nvSpPr>
        <p:spPr>
          <a:xfrm>
            <a:off x="1066648" y="3383280"/>
            <a:ext cx="2560320" cy="274320"/>
          </a:xfrm>
          <a:prstGeom prst="rect">
            <a:avLst/>
          </a:prstGeom>
          <a:noFill/>
          <a:ln/>
        </p:spPr>
        <p:txBody>
          <a:bodyPr wrap="square" lIns="0" tIns="0" rIns="0" bIns="0" rtlCol="0" anchor="ctr"/>
          <a:lstStyle/>
          <a:p>
            <a:pPr algn="l" indent="0" marL="0">
              <a:buNone/>
            </a:pPr>
            <a:r>
              <a:rPr lang="en-US" sz="2000" b="1" spc="300" kern="0" dirty="0">
                <a:solidFill>
                  <a:schemeClr val="accent1"/>
                </a:solidFill>
              </a:rPr>
              <a:t>1944</a:t>
            </a:r>
            <a:endParaRPr lang="en-US" sz="2000" dirty="0"/>
          </a:p>
        </p:txBody>
      </p:sp>
      <p:sp>
        <p:nvSpPr>
          <p:cNvPr id="8" name="Text 362"/>
          <p:cNvSpPr txBox="1"/>
          <p:nvPr/>
        </p:nvSpPr>
        <p:spPr>
          <a:xfrm>
            <a:off x="1066648" y="3703320"/>
            <a:ext cx="2560320" cy="548640"/>
          </a:xfrm>
          <a:prstGeom prst="rect">
            <a:avLst/>
          </a:prstGeom>
          <a:noFill/>
          <a:ln/>
        </p:spPr>
        <p:txBody>
          <a:bodyPr wrap="square" lIns="0" tIns="0" rIns="0" bIns="0" rtlCol="0" anchor="t"/>
          <a:lstStyle/>
          <a:p>
            <a:pPr indent="0" marL="0">
              <a:buNone/>
            </a:pPr>
            <a:r>
              <a:rPr lang="en-US" sz="3000" b="1" spc="-50" kern="0" dirty="0">
                <a:solidFill>
                  <a:schemeClr val="tx1"/>
                </a:solidFill>
              </a:rPr>
              <a:t>Orville Wright</a:t>
            </a:r>
            <a:endParaRPr lang="en-US" sz="3000" dirty="0"/>
          </a:p>
        </p:txBody>
      </p:sp>
      <p:sp>
        <p:nvSpPr>
          <p:cNvPr id="9" name="Text 363"/>
          <p:cNvSpPr txBox="1"/>
          <p:nvPr/>
        </p:nvSpPr>
        <p:spPr>
          <a:xfrm>
            <a:off x="1066648" y="4389120"/>
            <a:ext cx="2560320" cy="777240"/>
          </a:xfrm>
          <a:prstGeom prst="rect">
            <a:avLst/>
          </a:prstGeom>
          <a:noFill/>
          <a:ln/>
        </p:spPr>
        <p:txBody>
          <a:bodyPr wrap="square" lIns="0" tIns="0" rIns="0" bIns="0" rtlCol="0" anchor="t"/>
          <a:lstStyle/>
          <a:p>
            <a:pPr indent="0" marL="0">
              <a:lnSpc>
                <a:spcPct val="110000"/>
              </a:lnSpc>
              <a:buNone/>
            </a:pPr>
            <a:r>
              <a:rPr lang="en-US" sz="2600" dirty="0">
                <a:solidFill>
                  <a:schemeClr val="tx2"/>
                </a:solidFill>
              </a:rPr>
              <a:t>His last flight</a:t>
            </a:r>
            <a:endParaRPr lang="en-US" sz="2600" dirty="0"/>
          </a:p>
        </p:txBody>
      </p:sp>
      <p:sp>
        <p:nvSpPr>
          <p:cNvPr id="10" name="Rounded 364"/>
          <p:cNvSpPr/>
          <p:nvPr/>
        </p:nvSpPr>
        <p:spPr>
          <a:xfrm>
            <a:off x="4404208" y="2148840"/>
            <a:ext cx="3383280" cy="3108960"/>
          </a:xfrm>
          <a:prstGeom prst="roundRect">
            <a:avLst>
              <a:gd name="adj" fmla="val 6471"/>
            </a:avLst>
          </a:prstGeom>
          <a:solidFill>
            <a:schemeClr val="bg2"/>
          </a:solidFill>
          <a:ln/>
        </p:spPr>
      </p:sp>
      <p:sp>
        <p:nvSpPr>
          <p:cNvPr id="11" name="Circle 365"/>
          <p:cNvSpPr/>
          <p:nvPr/>
        </p:nvSpPr>
        <p:spPr>
          <a:xfrm>
            <a:off x="4815688" y="2468880"/>
            <a:ext cx="731520" cy="731520"/>
          </a:xfrm>
          <a:prstGeom prst="ellipse">
            <a:avLst/>
          </a:prstGeom>
          <a:solidFill>
            <a:schemeClr val="accent4"/>
          </a:solidFill>
          <a:ln/>
        </p:spPr>
      </p:sp>
      <p:pic>
        <p:nvPicPr>
          <p:cNvPr id="12" name="Icon 366" descr="preencoded.png">    </p:cNvPr>
          <p:cNvPicPr>
            <a:picLocks noChangeAspect="1"/>
          </p:cNvPicPr>
          <p:nvPr/>
        </p:nvPicPr>
        <p:blipFill>
          <a:blip r:embed="rId2"/>
          <a:stretch>
            <a:fillRect/>
          </a:stretch>
        </p:blipFill>
        <p:spPr>
          <a:xfrm>
            <a:off x="4998568" y="2651760"/>
            <a:ext cx="365760" cy="365760"/>
          </a:xfrm>
          <a:prstGeom prst="rect">
            <a:avLst/>
          </a:prstGeom>
        </p:spPr>
      </p:pic>
      <p:sp>
        <p:nvSpPr>
          <p:cNvPr id="13" name="Text 367"/>
          <p:cNvSpPr txBox="1"/>
          <p:nvPr/>
        </p:nvSpPr>
        <p:spPr>
          <a:xfrm>
            <a:off x="4815688" y="3383280"/>
            <a:ext cx="2560320" cy="274320"/>
          </a:xfrm>
          <a:prstGeom prst="rect">
            <a:avLst/>
          </a:prstGeom>
          <a:noFill/>
          <a:ln/>
        </p:spPr>
        <p:txBody>
          <a:bodyPr wrap="square" lIns="0" tIns="0" rIns="0" bIns="0" rtlCol="0" anchor="ctr"/>
          <a:lstStyle/>
          <a:p>
            <a:pPr algn="l" indent="0" marL="0">
              <a:buNone/>
            </a:pPr>
            <a:r>
              <a:rPr lang="en-US" sz="2000" b="1" spc="300" kern="0" dirty="0">
                <a:solidFill>
                  <a:schemeClr val="accent1"/>
                </a:solidFill>
              </a:rPr>
              <a:t>1953</a:t>
            </a:r>
            <a:endParaRPr lang="en-US" sz="2000" dirty="0"/>
          </a:p>
        </p:txBody>
      </p:sp>
      <p:sp>
        <p:nvSpPr>
          <p:cNvPr id="14" name="Text 368"/>
          <p:cNvSpPr txBox="1"/>
          <p:nvPr/>
        </p:nvSpPr>
        <p:spPr>
          <a:xfrm>
            <a:off x="4815688" y="3703320"/>
            <a:ext cx="2560320" cy="548640"/>
          </a:xfrm>
          <a:prstGeom prst="rect">
            <a:avLst/>
          </a:prstGeom>
          <a:noFill/>
          <a:ln/>
        </p:spPr>
        <p:txBody>
          <a:bodyPr wrap="square" lIns="0" tIns="0" rIns="0" bIns="0" rtlCol="0" anchor="t"/>
          <a:lstStyle/>
          <a:p>
            <a:pPr indent="0" marL="0">
              <a:buNone/>
            </a:pPr>
            <a:r>
              <a:rPr lang="en-US" sz="3000" b="1" spc="-50" kern="0" dirty="0">
                <a:solidFill>
                  <a:schemeClr val="tx1"/>
                </a:solidFill>
              </a:rPr>
              <a:t>Columbine II</a:t>
            </a:r>
            <a:endParaRPr lang="en-US" sz="3000" dirty="0"/>
          </a:p>
        </p:txBody>
      </p:sp>
      <p:sp>
        <p:nvSpPr>
          <p:cNvPr id="15" name="Text 369"/>
          <p:cNvSpPr txBox="1"/>
          <p:nvPr/>
        </p:nvSpPr>
        <p:spPr>
          <a:xfrm>
            <a:off x="4815688" y="4389120"/>
            <a:ext cx="2560320" cy="777240"/>
          </a:xfrm>
          <a:prstGeom prst="rect">
            <a:avLst/>
          </a:prstGeom>
          <a:noFill/>
          <a:ln/>
        </p:spPr>
        <p:txBody>
          <a:bodyPr wrap="square" lIns="0" tIns="0" rIns="0" bIns="0" rtlCol="0" anchor="t"/>
          <a:lstStyle/>
          <a:p>
            <a:pPr indent="0" marL="0">
              <a:lnSpc>
                <a:spcPct val="110000"/>
              </a:lnSpc>
              <a:buNone/>
            </a:pPr>
            <a:r>
              <a:rPr lang="en-US" sz="2600" dirty="0">
                <a:solidFill>
                  <a:schemeClr val="tx2"/>
                </a:solidFill>
              </a:rPr>
              <a:t>First “Air Force One”</a:t>
            </a:r>
            <a:endParaRPr lang="en-US" sz="2600" dirty="0"/>
          </a:p>
        </p:txBody>
      </p:sp>
      <p:sp>
        <p:nvSpPr>
          <p:cNvPr id="16" name="Rounded 370"/>
          <p:cNvSpPr/>
          <p:nvPr/>
        </p:nvSpPr>
        <p:spPr>
          <a:xfrm>
            <a:off x="8153248" y="2148840"/>
            <a:ext cx="3383280" cy="3108960"/>
          </a:xfrm>
          <a:prstGeom prst="roundRect">
            <a:avLst>
              <a:gd name="adj" fmla="val 6471"/>
            </a:avLst>
          </a:prstGeom>
          <a:solidFill>
            <a:schemeClr val="bg2"/>
          </a:solidFill>
          <a:ln/>
        </p:spPr>
      </p:sp>
      <p:sp>
        <p:nvSpPr>
          <p:cNvPr id="17" name="Circle 371"/>
          <p:cNvSpPr/>
          <p:nvPr/>
        </p:nvSpPr>
        <p:spPr>
          <a:xfrm>
            <a:off x="8564728" y="2468880"/>
            <a:ext cx="731520" cy="731520"/>
          </a:xfrm>
          <a:prstGeom prst="ellipse">
            <a:avLst/>
          </a:prstGeom>
          <a:solidFill>
            <a:schemeClr val="accent4"/>
          </a:solidFill>
          <a:ln/>
        </p:spPr>
      </p:sp>
      <p:pic>
        <p:nvPicPr>
          <p:cNvPr id="18" name="Icon 372" descr="preencoded.png">    </p:cNvPr>
          <p:cNvPicPr>
            <a:picLocks noChangeAspect="1"/>
          </p:cNvPicPr>
          <p:nvPr/>
        </p:nvPicPr>
        <p:blipFill>
          <a:blip r:embed="rId3"/>
          <a:stretch>
            <a:fillRect/>
          </a:stretch>
        </p:blipFill>
        <p:spPr>
          <a:xfrm>
            <a:off x="8747608" y="2651760"/>
            <a:ext cx="365760" cy="365760"/>
          </a:xfrm>
          <a:prstGeom prst="rect">
            <a:avLst/>
          </a:prstGeom>
        </p:spPr>
      </p:pic>
      <p:sp>
        <p:nvSpPr>
          <p:cNvPr id="19" name="Text 373"/>
          <p:cNvSpPr txBox="1"/>
          <p:nvPr/>
        </p:nvSpPr>
        <p:spPr>
          <a:xfrm>
            <a:off x="8564728" y="3383280"/>
            <a:ext cx="2560320" cy="274320"/>
          </a:xfrm>
          <a:prstGeom prst="rect">
            <a:avLst/>
          </a:prstGeom>
          <a:noFill/>
          <a:ln/>
        </p:spPr>
        <p:txBody>
          <a:bodyPr wrap="square" lIns="0" tIns="0" rIns="0" bIns="0" rtlCol="0" anchor="ctr"/>
          <a:lstStyle/>
          <a:p>
            <a:pPr algn="l" indent="0" marL="0">
              <a:buNone/>
            </a:pPr>
            <a:r>
              <a:rPr lang="en-US" sz="2000" b="1" spc="300" kern="0" dirty="0">
                <a:solidFill>
                  <a:schemeClr val="accent1"/>
                </a:solidFill>
              </a:rPr>
              <a:t>COLD WAR</a:t>
            </a:r>
            <a:endParaRPr lang="en-US" sz="2000" dirty="0"/>
          </a:p>
        </p:txBody>
      </p:sp>
      <p:sp>
        <p:nvSpPr>
          <p:cNvPr id="20" name="Text 374"/>
          <p:cNvSpPr txBox="1"/>
          <p:nvPr/>
        </p:nvSpPr>
        <p:spPr>
          <a:xfrm>
            <a:off x="8564728" y="3703320"/>
            <a:ext cx="2560320" cy="548640"/>
          </a:xfrm>
          <a:prstGeom prst="rect">
            <a:avLst/>
          </a:prstGeom>
          <a:noFill/>
          <a:ln/>
        </p:spPr>
        <p:txBody>
          <a:bodyPr wrap="square" lIns="0" tIns="0" rIns="0" bIns="0" rtlCol="0" anchor="t"/>
          <a:lstStyle/>
          <a:p>
            <a:pPr indent="0" marL="0">
              <a:buNone/>
            </a:pPr>
            <a:r>
              <a:rPr lang="en-US" sz="3000" b="1" spc="-50" kern="0" dirty="0">
                <a:solidFill>
                  <a:schemeClr val="tx1"/>
                </a:solidFill>
              </a:rPr>
              <a:t>EC-121</a:t>
            </a:r>
            <a:endParaRPr lang="en-US" sz="3000" dirty="0"/>
          </a:p>
        </p:txBody>
      </p:sp>
      <p:sp>
        <p:nvSpPr>
          <p:cNvPr id="21" name="Text 375"/>
          <p:cNvSpPr txBox="1"/>
          <p:nvPr/>
        </p:nvSpPr>
        <p:spPr>
          <a:xfrm>
            <a:off x="8564728" y="4389120"/>
            <a:ext cx="2560320" cy="777240"/>
          </a:xfrm>
          <a:prstGeom prst="rect">
            <a:avLst/>
          </a:prstGeom>
          <a:noFill/>
          <a:ln/>
        </p:spPr>
        <p:txBody>
          <a:bodyPr wrap="square" lIns="0" tIns="0" rIns="0" bIns="0" rtlCol="0" anchor="t"/>
          <a:lstStyle/>
          <a:p>
            <a:pPr indent="0" marL="0">
              <a:lnSpc>
                <a:spcPct val="110000"/>
              </a:lnSpc>
              <a:buNone/>
            </a:pPr>
            <a:r>
              <a:rPr lang="en-US" sz="2600" dirty="0">
                <a:solidFill>
                  <a:schemeClr val="tx2"/>
                </a:solidFill>
              </a:rPr>
              <a:t>Airborne early warning</a:t>
            </a:r>
            <a:endParaRPr lang="en-US" sz="26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76"/>
          <p:cNvSpPr txBox="1"/>
          <p:nvPr/>
        </p:nvSpPr>
        <p:spPr>
          <a:xfrm>
            <a:off x="731520" y="2103120"/>
            <a:ext cx="10728655" cy="274320"/>
          </a:xfrm>
          <a:prstGeom prst="rect">
            <a:avLst/>
          </a:prstGeom>
          <a:noFill/>
          <a:ln/>
        </p:spPr>
        <p:txBody>
          <a:bodyPr wrap="square" lIns="0" tIns="0" rIns="0" bIns="0" rtlCol="0" anchor="ctr"/>
          <a:lstStyle/>
          <a:p>
            <a:pPr algn="ctr" indent="0" marL="0">
              <a:buNone/>
            </a:pPr>
            <a:r>
              <a:rPr lang="en-US" sz="2000" b="1" spc="300" kern="0" dirty="0">
                <a:solidFill>
                  <a:schemeClr val="accent1"/>
                </a:solidFill>
              </a:rPr>
              <a:t>PART 3</a:t>
            </a:r>
            <a:endParaRPr lang="en-US" sz="2000" dirty="0"/>
          </a:p>
        </p:txBody>
      </p:sp>
      <p:sp>
        <p:nvSpPr>
          <p:cNvPr id="3" name="Text 377"/>
          <p:cNvSpPr txBox="1"/>
          <p:nvPr/>
        </p:nvSpPr>
        <p:spPr>
          <a:xfrm>
            <a:off x="731520" y="2468880"/>
            <a:ext cx="10728655" cy="1188720"/>
          </a:xfrm>
          <a:prstGeom prst="rect">
            <a:avLst/>
          </a:prstGeom>
          <a:noFill/>
          <a:ln/>
        </p:spPr>
        <p:txBody>
          <a:bodyPr wrap="square" lIns="0" tIns="0" rIns="0" bIns="0" rtlCol="0" anchor="ctr"/>
          <a:lstStyle/>
          <a:p>
            <a:pPr algn="ctr" indent="0" marL="0">
              <a:buNone/>
            </a:pPr>
            <a:r>
              <a:rPr lang="en-US" sz="6700" b="1" spc="-200" kern="0" dirty="0">
                <a:solidFill>
                  <a:schemeClr val="tx1"/>
                </a:solidFill>
              </a:rPr>
              <a:t>Significance</a:t>
            </a:r>
            <a:endParaRPr lang="en-US" sz="6700" dirty="0"/>
          </a:p>
        </p:txBody>
      </p:sp>
      <p:sp>
        <p:nvSpPr>
          <p:cNvPr id="4" name="Text 378"/>
          <p:cNvSpPr txBox="1"/>
          <p:nvPr/>
        </p:nvSpPr>
        <p:spPr>
          <a:xfrm>
            <a:off x="731520" y="3749040"/>
            <a:ext cx="10728655" cy="548640"/>
          </a:xfrm>
          <a:prstGeom prst="rect">
            <a:avLst/>
          </a:prstGeom>
          <a:noFill/>
          <a:ln/>
        </p:spPr>
        <p:txBody>
          <a:bodyPr wrap="square" lIns="0" tIns="0" rIns="0" bIns="0" rtlCol="0" anchor="ctr"/>
          <a:lstStyle/>
          <a:p>
            <a:pPr algn="ctr" indent="0" marL="0">
              <a:buNone/>
            </a:pPr>
            <a:r>
              <a:rPr lang="en-US" sz="3400" dirty="0">
                <a:solidFill>
                  <a:schemeClr val="tx2"/>
                </a:solidFill>
              </a:rPr>
              <a:t>What it changed for everyone who flies</a:t>
            </a:r>
            <a:endParaRPr lang="en-US" sz="34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lIns="0" tIns="0" rIns="0" bIns="0" rtlCol="0" anchor="ctr"/>
          <a:lstStyle/>
          <a:p>
            <a:pPr algn="ctr" indent="0" marL="0">
              <a:buNone/>
            </a:pPr>
            <a:r>
              <a:rPr lang="en-US" sz="4000" b="1" spc="-100" kern="0" dirty="0">
                <a:solidFill>
                  <a:schemeClr val="tx1"/>
                </a:solidFill>
              </a:rPr>
              <a:t>Crossing America: From a Day and a Half to Eight Hours</a:t>
            </a:r>
            <a:endParaRPr lang="en-US" sz="4000" dirty="0"/>
          </a:p>
        </p:txBody>
      </p:sp>
      <p:sp>
        <p:nvSpPr>
          <p:cNvPr id="3" name="Text 0"/>
          <p:cNvSpPr/>
          <p:nvPr>
            <p:ph idx="101" type="body" hasCustomPrompt="1"/>
          </p:nvPr>
        </p:nvSpPr>
        <p:spPr>
          <a:xfrm>
            <a:off x="731520" y="1554480"/>
            <a:ext cx="10728655" cy="548640"/>
          </a:xfrm>
          <a:prstGeom prst="rect">
            <a:avLst/>
          </a:prstGeom>
          <a:noFill/>
          <a:ln/>
        </p:spPr>
        <p:txBody>
          <a:bodyPr wrap="square" lIns="0" tIns="0" rIns="0" bIns="0" rtlCol="0" anchor="t"/>
          <a:lstStyle/>
          <a:p>
            <a:pPr algn="ctr" indent="0" marL="0">
              <a:buNone/>
            </a:pPr>
            <a:r>
              <a:rPr lang="en-US" sz="3000" dirty="0">
                <a:solidFill>
                  <a:schemeClr val="tx2"/>
                </a:solidFill>
              </a:rPr>
              <a:t>TWA service, two eras, one time scale</a:t>
            </a:r>
            <a:endParaRPr lang="en-US" sz="3000" dirty="0"/>
          </a:p>
        </p:txBody>
      </p:sp>
      <p:sp>
        <p:nvSpPr>
          <p:cNvPr id="4" name="Text 0"/>
          <p:cNvSpPr/>
          <p:nvPr>
            <p:ph idx="102" type="body" hasCustomPrompt="1"/>
          </p:nvPr>
        </p:nvSpPr>
        <p:spPr>
          <a:xfrm>
            <a:off x="731520" y="5486400"/>
            <a:ext cx="10728655" cy="777240"/>
          </a:xfrm>
          <a:prstGeom prst="rect">
            <a:avLst/>
          </a:prstGeom>
          <a:noFill/>
          <a:ln/>
        </p:spPr>
        <p:txBody>
          <a:bodyPr wrap="square" lIns="0" tIns="0" rIns="0" bIns="0" rtlCol="0" anchor="ctr"/>
          <a:lstStyle/>
          <a:p>
            <a:pPr algn="ctr" indent="0" marL="0">
              <a:buNone/>
            </a:pPr>
            <a:r>
              <a:rPr lang="en-US" sz="3400" dirty="0">
                <a:solidFill>
                  <a:schemeClr val="tx1"/>
                </a:solidFill>
              </a:rPr>
              <a:t>A day and a half becomes one workday</a:t>
            </a:r>
            <a:endParaRPr lang="en-US" sz="3400" dirty="0"/>
          </a:p>
        </p:txBody>
      </p:sp>
      <p:sp>
        <p:nvSpPr>
          <p:cNvPr id="5" name="Text 379"/>
          <p:cNvSpPr txBox="1"/>
          <p:nvPr/>
        </p:nvSpPr>
        <p:spPr>
          <a:xfrm>
            <a:off x="822960" y="2359152"/>
            <a:ext cx="2194560" cy="640080"/>
          </a:xfrm>
          <a:prstGeom prst="rect">
            <a:avLst/>
          </a:prstGeom>
          <a:noFill/>
          <a:ln/>
        </p:spPr>
        <p:txBody>
          <a:bodyPr wrap="square" lIns="0" tIns="0" rIns="0" bIns="0" rtlCol="0" anchor="ctr"/>
          <a:lstStyle/>
          <a:p>
            <a:pPr algn="r" indent="0" marL="0">
              <a:buNone/>
            </a:pPr>
            <a:r>
              <a:rPr lang="en-US" sz="4400" b="1" spc="-100" kern="0" dirty="0">
                <a:solidFill>
                  <a:schemeClr val="tx1"/>
                </a:solidFill>
              </a:rPr>
              <a:t>1930</a:t>
            </a:r>
            <a:endParaRPr lang="en-US" sz="4400" dirty="0"/>
          </a:p>
        </p:txBody>
      </p:sp>
      <p:sp>
        <p:nvSpPr>
          <p:cNvPr id="6" name="Rounded 380"/>
          <p:cNvSpPr/>
          <p:nvPr/>
        </p:nvSpPr>
        <p:spPr>
          <a:xfrm>
            <a:off x="3291840" y="2468880"/>
            <a:ext cx="6400800" cy="457200"/>
          </a:xfrm>
          <a:prstGeom prst="roundRect">
            <a:avLst>
              <a:gd name="adj" fmla="val 50000"/>
            </a:avLst>
          </a:prstGeom>
          <a:solidFill>
            <a:schemeClr val="accent2"/>
          </a:solidFill>
          <a:ln/>
        </p:spPr>
      </p:sp>
      <p:sp>
        <p:nvSpPr>
          <p:cNvPr id="7" name="Text 381"/>
          <p:cNvSpPr txBox="1"/>
          <p:nvPr/>
        </p:nvSpPr>
        <p:spPr>
          <a:xfrm>
            <a:off x="9921240" y="2395728"/>
            <a:ext cx="2377440" cy="603504"/>
          </a:xfrm>
          <a:prstGeom prst="rect">
            <a:avLst/>
          </a:prstGeom>
          <a:noFill/>
          <a:ln/>
        </p:spPr>
        <p:txBody>
          <a:bodyPr wrap="square" lIns="0" tIns="0" rIns="0" bIns="0" rtlCol="0" anchor="ctr"/>
          <a:lstStyle/>
          <a:p>
            <a:pPr indent="0" marL="0">
              <a:buNone/>
            </a:pPr>
            <a:r>
              <a:rPr lang="en-US" sz="3600" b="1" dirty="0">
                <a:solidFill>
                  <a:schemeClr val="tx1"/>
                </a:solidFill>
              </a:rPr>
              <a:t>36 hours</a:t>
            </a:r>
            <a:endParaRPr lang="en-US" sz="3600" dirty="0"/>
          </a:p>
        </p:txBody>
      </p:sp>
      <p:sp>
        <p:nvSpPr>
          <p:cNvPr id="8" name="Text 382"/>
          <p:cNvSpPr txBox="1"/>
          <p:nvPr/>
        </p:nvSpPr>
        <p:spPr>
          <a:xfrm>
            <a:off x="3291840" y="3063240"/>
            <a:ext cx="7315200" cy="365760"/>
          </a:xfrm>
          <a:prstGeom prst="rect">
            <a:avLst/>
          </a:prstGeom>
          <a:noFill/>
          <a:ln/>
        </p:spPr>
        <p:txBody>
          <a:bodyPr wrap="square" lIns="0" tIns="0" rIns="0" bIns="0" rtlCol="0" anchor="t"/>
          <a:lstStyle/>
          <a:p>
            <a:pPr indent="0" marL="0">
              <a:buNone/>
            </a:pPr>
            <a:r>
              <a:rPr lang="en-US" sz="2600" dirty="0">
                <a:solidFill>
                  <a:schemeClr val="tx2"/>
                </a:solidFill>
              </a:rPr>
              <a:t>Overnight stop in Kansas City</a:t>
            </a:r>
            <a:endParaRPr lang="en-US" sz="2600" dirty="0"/>
          </a:p>
        </p:txBody>
      </p:sp>
      <p:sp>
        <p:nvSpPr>
          <p:cNvPr id="9" name="Text 383"/>
          <p:cNvSpPr txBox="1"/>
          <p:nvPr/>
        </p:nvSpPr>
        <p:spPr>
          <a:xfrm>
            <a:off x="822960" y="3776472"/>
            <a:ext cx="2194560" cy="640080"/>
          </a:xfrm>
          <a:prstGeom prst="rect">
            <a:avLst/>
          </a:prstGeom>
          <a:noFill/>
          <a:ln/>
        </p:spPr>
        <p:txBody>
          <a:bodyPr wrap="square" lIns="0" tIns="0" rIns="0" bIns="0" rtlCol="0" anchor="ctr"/>
          <a:lstStyle/>
          <a:p>
            <a:pPr algn="r" indent="0" marL="0">
              <a:buNone/>
            </a:pPr>
            <a:r>
              <a:rPr lang="en-US" sz="4400" b="1" spc="-100" kern="0" dirty="0">
                <a:solidFill>
                  <a:schemeClr val="tx1"/>
                </a:solidFill>
              </a:rPr>
              <a:t>1953</a:t>
            </a:r>
            <a:endParaRPr lang="en-US" sz="4400" dirty="0"/>
          </a:p>
        </p:txBody>
      </p:sp>
      <p:sp>
        <p:nvSpPr>
          <p:cNvPr id="10" name="Rounded 384"/>
          <p:cNvSpPr/>
          <p:nvPr/>
        </p:nvSpPr>
        <p:spPr>
          <a:xfrm>
            <a:off x="3291840" y="3886200"/>
            <a:ext cx="1422400" cy="457200"/>
          </a:xfrm>
          <a:prstGeom prst="roundRect">
            <a:avLst>
              <a:gd name="adj" fmla="val 50000"/>
            </a:avLst>
          </a:prstGeom>
          <a:solidFill>
            <a:schemeClr val="accent1"/>
          </a:solidFill>
          <a:ln/>
        </p:spPr>
      </p:sp>
      <p:sp>
        <p:nvSpPr>
          <p:cNvPr id="11" name="Text 385"/>
          <p:cNvSpPr txBox="1"/>
          <p:nvPr/>
        </p:nvSpPr>
        <p:spPr>
          <a:xfrm>
            <a:off x="4942840" y="3813048"/>
            <a:ext cx="2377440" cy="603504"/>
          </a:xfrm>
          <a:prstGeom prst="rect">
            <a:avLst/>
          </a:prstGeom>
          <a:noFill/>
          <a:ln/>
        </p:spPr>
        <p:txBody>
          <a:bodyPr wrap="square" lIns="0" tIns="0" rIns="0" bIns="0" rtlCol="0" anchor="ctr"/>
          <a:lstStyle/>
          <a:p>
            <a:pPr indent="0" marL="0">
              <a:buNone/>
            </a:pPr>
            <a:r>
              <a:rPr lang="en-US" sz="3600" b="1" dirty="0">
                <a:solidFill>
                  <a:schemeClr val="tx1"/>
                </a:solidFill>
              </a:rPr>
              <a:t>8 hours</a:t>
            </a:r>
            <a:endParaRPr lang="en-US" sz="3600" dirty="0"/>
          </a:p>
        </p:txBody>
      </p:sp>
      <p:sp>
        <p:nvSpPr>
          <p:cNvPr id="12" name="Text 386"/>
          <p:cNvSpPr txBox="1"/>
          <p:nvPr/>
        </p:nvSpPr>
        <p:spPr>
          <a:xfrm>
            <a:off x="3291840" y="4480560"/>
            <a:ext cx="7315200" cy="365760"/>
          </a:xfrm>
          <a:prstGeom prst="rect">
            <a:avLst/>
          </a:prstGeom>
          <a:noFill/>
          <a:ln/>
        </p:spPr>
        <p:txBody>
          <a:bodyPr wrap="square" lIns="0" tIns="0" rIns="0" bIns="0" rtlCol="0" anchor="t"/>
          <a:lstStyle/>
          <a:p>
            <a:pPr indent="0" marL="0">
              <a:buNone/>
            </a:pPr>
            <a:r>
              <a:rPr lang="en-US" sz="2600" dirty="0">
                <a:solidFill>
                  <a:schemeClr val="tx2"/>
                </a:solidFill>
              </a:rPr>
              <a:t>Los Angeles → New York nonstop</a:t>
            </a:r>
            <a:endParaRPr lang="en-US" sz="2600" dirty="0"/>
          </a:p>
        </p:txBody>
      </p:sp>
      <p:sp>
        <p:nvSpPr>
          <p:cNvPr id="13" name="Line 387"/>
          <p:cNvSpPr/>
          <p:nvPr/>
        </p:nvSpPr>
        <p:spPr>
          <a:xfrm>
            <a:off x="3291840" y="5029200"/>
            <a:ext cx="6400800" cy="0"/>
          </a:xfrm>
          <a:prstGeom prst="line">
            <a:avLst/>
          </a:prstGeom>
          <a:noFill/>
          <a:ln w="9525">
            <a:solidFill>
              <a:schemeClr val="accent2"/>
            </a:solidFill>
            <a:prstDash val="solid"/>
          </a:ln>
        </p:spPr>
      </p:sp>
      <p:sp>
        <p:nvSpPr>
          <p:cNvPr id="14" name="Line 388"/>
          <p:cNvSpPr/>
          <p:nvPr/>
        </p:nvSpPr>
        <p:spPr>
          <a:xfrm>
            <a:off x="3291840" y="4974336"/>
            <a:ext cx="0" cy="109728"/>
          </a:xfrm>
          <a:prstGeom prst="line">
            <a:avLst/>
          </a:prstGeom>
          <a:noFill/>
          <a:ln w="9525">
            <a:solidFill>
              <a:schemeClr val="accent2"/>
            </a:solidFill>
            <a:prstDash val="solid"/>
          </a:ln>
        </p:spPr>
      </p:sp>
      <p:sp>
        <p:nvSpPr>
          <p:cNvPr id="15" name="Text 389"/>
          <p:cNvSpPr txBox="1"/>
          <p:nvPr/>
        </p:nvSpPr>
        <p:spPr>
          <a:xfrm>
            <a:off x="2926080" y="5120640"/>
            <a:ext cx="731520" cy="274320"/>
          </a:xfrm>
          <a:prstGeom prst="rect">
            <a:avLst/>
          </a:prstGeom>
          <a:noFill/>
          <a:ln/>
        </p:spPr>
        <p:txBody>
          <a:bodyPr wrap="square" lIns="0" tIns="0" rIns="0" bIns="0" rtlCol="0" anchor="ctr"/>
          <a:lstStyle/>
          <a:p>
            <a:pPr algn="ctr" indent="0" marL="0">
              <a:buNone/>
            </a:pPr>
            <a:r>
              <a:rPr lang="en-US" sz="2300" dirty="0">
                <a:solidFill>
                  <a:schemeClr val="tx2"/>
                </a:solidFill>
              </a:rPr>
              <a:t>0</a:t>
            </a:r>
            <a:endParaRPr lang="en-US" sz="2300" dirty="0"/>
          </a:p>
        </p:txBody>
      </p:sp>
      <p:sp>
        <p:nvSpPr>
          <p:cNvPr id="16" name="Line 390"/>
          <p:cNvSpPr/>
          <p:nvPr/>
        </p:nvSpPr>
        <p:spPr>
          <a:xfrm>
            <a:off x="4714240" y="4974336"/>
            <a:ext cx="0" cy="109728"/>
          </a:xfrm>
          <a:prstGeom prst="line">
            <a:avLst/>
          </a:prstGeom>
          <a:noFill/>
          <a:ln w="9525">
            <a:solidFill>
              <a:schemeClr val="accent2"/>
            </a:solidFill>
            <a:prstDash val="solid"/>
          </a:ln>
        </p:spPr>
      </p:sp>
      <p:sp>
        <p:nvSpPr>
          <p:cNvPr id="17" name="Text 391"/>
          <p:cNvSpPr txBox="1"/>
          <p:nvPr/>
        </p:nvSpPr>
        <p:spPr>
          <a:xfrm>
            <a:off x="4348480" y="5120640"/>
            <a:ext cx="731520" cy="274320"/>
          </a:xfrm>
          <a:prstGeom prst="rect">
            <a:avLst/>
          </a:prstGeom>
          <a:noFill/>
          <a:ln/>
        </p:spPr>
        <p:txBody>
          <a:bodyPr wrap="square" lIns="0" tIns="0" rIns="0" bIns="0" rtlCol="0" anchor="ctr"/>
          <a:lstStyle/>
          <a:p>
            <a:pPr algn="ctr" indent="0" marL="0">
              <a:buNone/>
            </a:pPr>
            <a:r>
              <a:rPr lang="en-US" sz="2300" dirty="0">
                <a:solidFill>
                  <a:schemeClr val="tx2"/>
                </a:solidFill>
              </a:rPr>
              <a:t>8</a:t>
            </a:r>
            <a:endParaRPr lang="en-US" sz="2300" dirty="0"/>
          </a:p>
        </p:txBody>
      </p:sp>
      <p:sp>
        <p:nvSpPr>
          <p:cNvPr id="18" name="Line 392"/>
          <p:cNvSpPr/>
          <p:nvPr/>
        </p:nvSpPr>
        <p:spPr>
          <a:xfrm>
            <a:off x="6136640" y="4974336"/>
            <a:ext cx="0" cy="109728"/>
          </a:xfrm>
          <a:prstGeom prst="line">
            <a:avLst/>
          </a:prstGeom>
          <a:noFill/>
          <a:ln w="9525">
            <a:solidFill>
              <a:schemeClr val="accent2"/>
            </a:solidFill>
            <a:prstDash val="solid"/>
          </a:ln>
        </p:spPr>
      </p:sp>
      <p:sp>
        <p:nvSpPr>
          <p:cNvPr id="19" name="Text 393"/>
          <p:cNvSpPr txBox="1"/>
          <p:nvPr/>
        </p:nvSpPr>
        <p:spPr>
          <a:xfrm>
            <a:off x="5770880" y="5120640"/>
            <a:ext cx="731520" cy="274320"/>
          </a:xfrm>
          <a:prstGeom prst="rect">
            <a:avLst/>
          </a:prstGeom>
          <a:noFill/>
          <a:ln/>
        </p:spPr>
        <p:txBody>
          <a:bodyPr wrap="square" lIns="0" tIns="0" rIns="0" bIns="0" rtlCol="0" anchor="ctr"/>
          <a:lstStyle/>
          <a:p>
            <a:pPr algn="ctr" indent="0" marL="0">
              <a:buNone/>
            </a:pPr>
            <a:r>
              <a:rPr lang="en-US" sz="2300" dirty="0">
                <a:solidFill>
                  <a:schemeClr val="tx2"/>
                </a:solidFill>
              </a:rPr>
              <a:t>16</a:t>
            </a:r>
            <a:endParaRPr lang="en-US" sz="2300" dirty="0"/>
          </a:p>
        </p:txBody>
      </p:sp>
      <p:sp>
        <p:nvSpPr>
          <p:cNvPr id="20" name="Line 394"/>
          <p:cNvSpPr/>
          <p:nvPr/>
        </p:nvSpPr>
        <p:spPr>
          <a:xfrm>
            <a:off x="7559040" y="4974336"/>
            <a:ext cx="0" cy="109728"/>
          </a:xfrm>
          <a:prstGeom prst="line">
            <a:avLst/>
          </a:prstGeom>
          <a:noFill/>
          <a:ln w="9525">
            <a:solidFill>
              <a:schemeClr val="accent2"/>
            </a:solidFill>
            <a:prstDash val="solid"/>
          </a:ln>
        </p:spPr>
      </p:sp>
      <p:sp>
        <p:nvSpPr>
          <p:cNvPr id="21" name="Text 395"/>
          <p:cNvSpPr txBox="1"/>
          <p:nvPr/>
        </p:nvSpPr>
        <p:spPr>
          <a:xfrm>
            <a:off x="7193280" y="5120640"/>
            <a:ext cx="731520" cy="274320"/>
          </a:xfrm>
          <a:prstGeom prst="rect">
            <a:avLst/>
          </a:prstGeom>
          <a:noFill/>
          <a:ln/>
        </p:spPr>
        <p:txBody>
          <a:bodyPr wrap="square" lIns="0" tIns="0" rIns="0" bIns="0" rtlCol="0" anchor="ctr"/>
          <a:lstStyle/>
          <a:p>
            <a:pPr algn="ctr" indent="0" marL="0">
              <a:buNone/>
            </a:pPr>
            <a:r>
              <a:rPr lang="en-US" sz="2300" dirty="0">
                <a:solidFill>
                  <a:schemeClr val="tx2"/>
                </a:solidFill>
              </a:rPr>
              <a:t>24</a:t>
            </a:r>
            <a:endParaRPr lang="en-US" sz="2300" dirty="0"/>
          </a:p>
        </p:txBody>
      </p:sp>
      <p:sp>
        <p:nvSpPr>
          <p:cNvPr id="22" name="Line 396"/>
          <p:cNvSpPr/>
          <p:nvPr/>
        </p:nvSpPr>
        <p:spPr>
          <a:xfrm>
            <a:off x="9692640" y="4974336"/>
            <a:ext cx="0" cy="109728"/>
          </a:xfrm>
          <a:prstGeom prst="line">
            <a:avLst/>
          </a:prstGeom>
          <a:noFill/>
          <a:ln w="9525">
            <a:solidFill>
              <a:schemeClr val="accent2"/>
            </a:solidFill>
            <a:prstDash val="solid"/>
          </a:ln>
        </p:spPr>
      </p:sp>
      <p:sp>
        <p:nvSpPr>
          <p:cNvPr id="23" name="Text 397"/>
          <p:cNvSpPr txBox="1"/>
          <p:nvPr/>
        </p:nvSpPr>
        <p:spPr>
          <a:xfrm>
            <a:off x="9326880" y="5120640"/>
            <a:ext cx="731520" cy="274320"/>
          </a:xfrm>
          <a:prstGeom prst="rect">
            <a:avLst/>
          </a:prstGeom>
          <a:noFill/>
          <a:ln/>
        </p:spPr>
        <p:txBody>
          <a:bodyPr wrap="square" lIns="0" tIns="0" rIns="0" bIns="0" rtlCol="0" anchor="ctr"/>
          <a:lstStyle/>
          <a:p>
            <a:pPr algn="ctr" indent="0" marL="0">
              <a:buNone/>
            </a:pPr>
            <a:r>
              <a:rPr lang="en-US" sz="2300" dirty="0">
                <a:solidFill>
                  <a:schemeClr val="tx2"/>
                </a:solidFill>
              </a:rPr>
              <a:t>36</a:t>
            </a:r>
            <a:endParaRPr lang="en-US" sz="2300" dirty="0"/>
          </a:p>
        </p:txBody>
      </p:sp>
      <p:sp>
        <p:nvSpPr>
          <p:cNvPr id="24" name="Text 398"/>
          <p:cNvSpPr txBox="1"/>
          <p:nvPr/>
        </p:nvSpPr>
        <p:spPr>
          <a:xfrm>
            <a:off x="9966960" y="5120640"/>
            <a:ext cx="914400" cy="274320"/>
          </a:xfrm>
          <a:prstGeom prst="rect">
            <a:avLst/>
          </a:prstGeom>
          <a:noFill/>
          <a:ln/>
        </p:spPr>
        <p:txBody>
          <a:bodyPr wrap="square" lIns="0" tIns="0" rIns="0" bIns="0" rtlCol="0" anchor="ctr"/>
          <a:lstStyle/>
          <a:p>
            <a:pPr indent="0" marL="0">
              <a:buNone/>
            </a:pPr>
            <a:r>
              <a:rPr lang="en-US" sz="2300" dirty="0">
                <a:solidFill>
                  <a:schemeClr val="tx2"/>
                </a:solidFill>
              </a:rPr>
              <a:t>hours</a:t>
            </a:r>
            <a:endParaRPr lang="en-US" sz="23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lIns="0" tIns="0" rIns="0" bIns="0" rtlCol="0" anchor="ctr"/>
          <a:lstStyle/>
          <a:p>
            <a:pPr algn="ctr" indent="0" marL="0">
              <a:buNone/>
            </a:pPr>
            <a:r>
              <a:rPr lang="en-US" sz="4000" b="1" spc="-100" kern="0" dirty="0">
                <a:solidFill>
                  <a:schemeClr val="tx1"/>
                </a:solidFill>
              </a:rPr>
              <a:t>Significance: What Hughes Taught the Industry</a:t>
            </a:r>
            <a:endParaRPr lang="en-US" sz="4000" dirty="0"/>
          </a:p>
        </p:txBody>
      </p:sp>
      <p:sp>
        <p:nvSpPr>
          <p:cNvPr id="3" name="Text 0"/>
          <p:cNvSpPr/>
          <p:nvPr>
            <p:ph idx="101" type="body" hasCustomPrompt="1"/>
          </p:nvPr>
        </p:nvSpPr>
        <p:spPr>
          <a:xfrm>
            <a:off x="731520" y="5486400"/>
            <a:ext cx="10728655" cy="777240"/>
          </a:xfrm>
          <a:prstGeom prst="rect">
            <a:avLst/>
          </a:prstGeom>
          <a:noFill/>
          <a:ln/>
        </p:spPr>
        <p:txBody>
          <a:bodyPr wrap="square" lIns="0" tIns="0" rIns="0" bIns="0" rtlCol="0" anchor="ctr"/>
          <a:lstStyle/>
          <a:p>
            <a:pPr algn="ctr" indent="0" marL="0">
              <a:buNone/>
            </a:pPr>
            <a:r>
              <a:rPr lang="en-US" sz="3400" dirty="0">
                <a:solidFill>
                  <a:schemeClr val="tx1"/>
                </a:solidFill>
              </a:rPr>
              <a:t>Being first matters, until the world changes</a:t>
            </a:r>
            <a:endParaRPr lang="en-US" sz="3400" dirty="0"/>
          </a:p>
        </p:txBody>
      </p:sp>
      <p:sp>
        <p:nvSpPr>
          <p:cNvPr id="4" name="Rounded 399"/>
          <p:cNvSpPr/>
          <p:nvPr/>
        </p:nvSpPr>
        <p:spPr>
          <a:xfrm>
            <a:off x="883768" y="2240280"/>
            <a:ext cx="3291840" cy="2926080"/>
          </a:xfrm>
          <a:prstGeom prst="roundRect">
            <a:avLst>
              <a:gd name="adj" fmla="val 6875"/>
            </a:avLst>
          </a:prstGeom>
          <a:solidFill>
            <a:schemeClr val="bg2"/>
          </a:solidFill>
          <a:ln/>
        </p:spPr>
      </p:sp>
      <p:sp>
        <p:nvSpPr>
          <p:cNvPr id="5" name="Text 400"/>
          <p:cNvSpPr txBox="1"/>
          <p:nvPr/>
        </p:nvSpPr>
        <p:spPr>
          <a:xfrm>
            <a:off x="975208" y="2971800"/>
            <a:ext cx="3108960" cy="914400"/>
          </a:xfrm>
          <a:prstGeom prst="rect">
            <a:avLst/>
          </a:prstGeom>
          <a:noFill/>
          <a:ln/>
        </p:spPr>
        <p:txBody>
          <a:bodyPr wrap="square" lIns="0" tIns="0" rIns="0" bIns="0" rtlCol="0" anchor="ctr"/>
          <a:lstStyle/>
          <a:p>
            <a:pPr algn="ctr" indent="0" marL="0">
              <a:buNone/>
            </a:pPr>
            <a:r>
              <a:rPr lang="en-US" sz="4900" b="1" spc="-200" kern="0" dirty="0">
                <a:solidFill>
                  <a:schemeClr val="accent1"/>
                </a:solidFill>
              </a:rPr>
              <a:t>First</a:t>
            </a:r>
            <a:endParaRPr lang="en-US" sz="4900" dirty="0"/>
          </a:p>
        </p:txBody>
      </p:sp>
      <p:sp>
        <p:nvSpPr>
          <p:cNvPr id="6" name="Text 401"/>
          <p:cNvSpPr txBox="1"/>
          <p:nvPr/>
        </p:nvSpPr>
        <p:spPr>
          <a:xfrm>
            <a:off x="975208" y="3931920"/>
            <a:ext cx="3108960" cy="822960"/>
          </a:xfrm>
          <a:prstGeom prst="rect">
            <a:avLst/>
          </a:prstGeom>
          <a:noFill/>
          <a:ln/>
        </p:spPr>
        <p:txBody>
          <a:bodyPr wrap="square" lIns="0" tIns="0" rIns="0" bIns="0" rtlCol="0" anchor="t"/>
          <a:lstStyle/>
          <a:p>
            <a:pPr algn="ctr" indent="0" marL="0">
              <a:lnSpc>
                <a:spcPct val="110000"/>
              </a:lnSpc>
              <a:buNone/>
            </a:pPr>
            <a:r>
              <a:rPr lang="en-US" sz="2900" dirty="0">
                <a:solidFill>
                  <a:schemeClr val="tx2"/>
                </a:solidFill>
              </a:rPr>
              <a:t>Lock in supply, launch before rivals</a:t>
            </a:r>
            <a:endParaRPr lang="en-US" sz="2900" dirty="0"/>
          </a:p>
        </p:txBody>
      </p:sp>
      <p:sp>
        <p:nvSpPr>
          <p:cNvPr id="7" name="Rounded 402"/>
          <p:cNvSpPr/>
          <p:nvPr/>
        </p:nvSpPr>
        <p:spPr>
          <a:xfrm>
            <a:off x="4449928" y="2240280"/>
            <a:ext cx="3291840" cy="2926080"/>
          </a:xfrm>
          <a:prstGeom prst="roundRect">
            <a:avLst>
              <a:gd name="adj" fmla="val 6875"/>
            </a:avLst>
          </a:prstGeom>
          <a:solidFill>
            <a:schemeClr val="bg2"/>
          </a:solidFill>
          <a:ln/>
        </p:spPr>
      </p:sp>
      <p:sp>
        <p:nvSpPr>
          <p:cNvPr id="8" name="Text 403"/>
          <p:cNvSpPr txBox="1"/>
          <p:nvPr/>
        </p:nvSpPr>
        <p:spPr>
          <a:xfrm>
            <a:off x="4541368" y="2971800"/>
            <a:ext cx="3108960" cy="914400"/>
          </a:xfrm>
          <a:prstGeom prst="rect">
            <a:avLst/>
          </a:prstGeom>
          <a:noFill/>
          <a:ln/>
        </p:spPr>
        <p:txBody>
          <a:bodyPr wrap="square" lIns="0" tIns="0" rIns="0" bIns="0" rtlCol="0" anchor="ctr"/>
          <a:lstStyle/>
          <a:p>
            <a:pPr algn="ctr" indent="0" marL="0">
              <a:buNone/>
            </a:pPr>
            <a:r>
              <a:rPr lang="en-US" sz="4900" b="1" spc="-200" kern="0" dirty="0">
                <a:solidFill>
                  <a:schemeClr val="tx1"/>
                </a:solidFill>
              </a:rPr>
              <a:t>Fragile</a:t>
            </a:r>
            <a:endParaRPr lang="en-US" sz="4900" dirty="0"/>
          </a:p>
        </p:txBody>
      </p:sp>
      <p:sp>
        <p:nvSpPr>
          <p:cNvPr id="9" name="Text 404"/>
          <p:cNvSpPr txBox="1"/>
          <p:nvPr/>
        </p:nvSpPr>
        <p:spPr>
          <a:xfrm>
            <a:off x="4541368" y="3931920"/>
            <a:ext cx="3108960" cy="822960"/>
          </a:xfrm>
          <a:prstGeom prst="rect">
            <a:avLst/>
          </a:prstGeom>
          <a:noFill/>
          <a:ln/>
        </p:spPr>
        <p:txBody>
          <a:bodyPr wrap="square" lIns="0" tIns="0" rIns="0" bIns="0" rtlCol="0" anchor="t"/>
          <a:lstStyle/>
          <a:p>
            <a:pPr algn="ctr" indent="0" marL="0">
              <a:lnSpc>
                <a:spcPct val="110000"/>
              </a:lnSpc>
              <a:buNone/>
            </a:pPr>
            <a:r>
              <a:rPr lang="en-US" sz="2900" dirty="0">
                <a:solidFill>
                  <a:schemeClr val="tx2"/>
                </a:solidFill>
              </a:rPr>
              <a:t>One war erased the head start</a:t>
            </a:r>
            <a:endParaRPr lang="en-US" sz="2900" dirty="0"/>
          </a:p>
        </p:txBody>
      </p:sp>
      <p:sp>
        <p:nvSpPr>
          <p:cNvPr id="10" name="Rounded 405"/>
          <p:cNvSpPr/>
          <p:nvPr/>
        </p:nvSpPr>
        <p:spPr>
          <a:xfrm>
            <a:off x="8016088" y="2240280"/>
            <a:ext cx="3291840" cy="2926080"/>
          </a:xfrm>
          <a:prstGeom prst="roundRect">
            <a:avLst>
              <a:gd name="adj" fmla="val 6875"/>
            </a:avLst>
          </a:prstGeom>
          <a:solidFill>
            <a:schemeClr val="bg2"/>
          </a:solidFill>
          <a:ln/>
        </p:spPr>
      </p:sp>
      <p:sp>
        <p:nvSpPr>
          <p:cNvPr id="11" name="Text 406"/>
          <p:cNvSpPr txBox="1"/>
          <p:nvPr/>
        </p:nvSpPr>
        <p:spPr>
          <a:xfrm>
            <a:off x="8107528" y="2971800"/>
            <a:ext cx="3108960" cy="914400"/>
          </a:xfrm>
          <a:prstGeom prst="rect">
            <a:avLst/>
          </a:prstGeom>
          <a:noFill/>
          <a:ln/>
        </p:spPr>
        <p:txBody>
          <a:bodyPr wrap="square" lIns="0" tIns="0" rIns="0" bIns="0" rtlCol="0" anchor="ctr"/>
          <a:lstStyle/>
          <a:p>
            <a:pPr algn="ctr" indent="0" marL="0">
              <a:buNone/>
            </a:pPr>
            <a:r>
              <a:rPr lang="en-US" sz="4900" b="1" spc="-200" kern="0" dirty="0">
                <a:solidFill>
                  <a:schemeClr val="tx1"/>
                </a:solidFill>
              </a:rPr>
              <a:t>Short</a:t>
            </a:r>
            <a:endParaRPr lang="en-US" sz="4900" dirty="0"/>
          </a:p>
        </p:txBody>
      </p:sp>
      <p:sp>
        <p:nvSpPr>
          <p:cNvPr id="12" name="Text 407"/>
          <p:cNvSpPr txBox="1"/>
          <p:nvPr/>
        </p:nvSpPr>
        <p:spPr>
          <a:xfrm>
            <a:off x="8107528" y="3931920"/>
            <a:ext cx="3108960" cy="822960"/>
          </a:xfrm>
          <a:prstGeom prst="rect">
            <a:avLst/>
          </a:prstGeom>
          <a:noFill/>
          <a:ln/>
        </p:spPr>
        <p:txBody>
          <a:bodyPr wrap="square" lIns="0" tIns="0" rIns="0" bIns="0" rtlCol="0" anchor="t"/>
          <a:lstStyle/>
          <a:p>
            <a:pPr algn="ctr" indent="0" marL="0">
              <a:lnSpc>
                <a:spcPct val="110000"/>
              </a:lnSpc>
              <a:buNone/>
            </a:pPr>
            <a:r>
              <a:rPr lang="en-US" sz="2900" dirty="0">
                <a:solidFill>
                  <a:schemeClr val="tx2"/>
                </a:solidFill>
              </a:rPr>
              <a:t>Jets ended the propeller era in years</a:t>
            </a:r>
            <a:endParaRPr lang="en-US" sz="29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408"/>
          <p:cNvSpPr txBox="1"/>
          <p:nvPr/>
        </p:nvSpPr>
        <p:spPr>
          <a:xfrm>
            <a:off x="731520" y="822960"/>
            <a:ext cx="10728655" cy="822960"/>
          </a:xfrm>
          <a:prstGeom prst="rect">
            <a:avLst/>
          </a:prstGeom>
          <a:noFill/>
          <a:ln/>
        </p:spPr>
        <p:txBody>
          <a:bodyPr wrap="square" lIns="0" tIns="0" rIns="0" bIns="0" rtlCol="0" anchor="ctr"/>
          <a:lstStyle/>
          <a:p>
            <a:pPr algn="ctr" indent="0" marL="0">
              <a:buNone/>
            </a:pPr>
            <a:r>
              <a:rPr lang="en-US" sz="4400" b="1" spc="-150" kern="0" dirty="0">
                <a:solidFill>
                  <a:schemeClr val="tx1"/>
                </a:solidFill>
              </a:rPr>
              <a:t>What Kind of Journey Would You Choose?</a:t>
            </a:r>
            <a:endParaRPr lang="en-US" sz="4400" dirty="0"/>
          </a:p>
        </p:txBody>
      </p:sp>
      <p:sp>
        <p:nvSpPr>
          <p:cNvPr id="3" name="Circle 409"/>
          <p:cNvSpPr/>
          <p:nvPr/>
        </p:nvSpPr>
        <p:spPr>
          <a:xfrm>
            <a:off x="2072488" y="2240280"/>
            <a:ext cx="914400" cy="914400"/>
          </a:xfrm>
          <a:prstGeom prst="ellipse">
            <a:avLst/>
          </a:prstGeom>
          <a:solidFill>
            <a:schemeClr val="bg2"/>
          </a:solidFill>
          <a:ln/>
        </p:spPr>
      </p:sp>
      <p:pic>
        <p:nvPicPr>
          <p:cNvPr id="4" name="Icon 410" descr="preencoded.png">    </p:cNvPr>
          <p:cNvPicPr>
            <a:picLocks noChangeAspect="1"/>
          </p:cNvPicPr>
          <p:nvPr/>
        </p:nvPicPr>
        <p:blipFill>
          <a:blip r:embed="rId2"/>
          <a:stretch>
            <a:fillRect/>
          </a:stretch>
        </p:blipFill>
        <p:spPr>
          <a:xfrm>
            <a:off x="2301088" y="2468880"/>
            <a:ext cx="457200" cy="457200"/>
          </a:xfrm>
          <a:prstGeom prst="rect">
            <a:avLst/>
          </a:prstGeom>
        </p:spPr>
      </p:pic>
      <p:sp>
        <p:nvSpPr>
          <p:cNvPr id="5" name="Text 411"/>
          <p:cNvSpPr txBox="1"/>
          <p:nvPr/>
        </p:nvSpPr>
        <p:spPr>
          <a:xfrm>
            <a:off x="975208" y="3337560"/>
            <a:ext cx="3108960" cy="548640"/>
          </a:xfrm>
          <a:prstGeom prst="rect">
            <a:avLst/>
          </a:prstGeom>
          <a:noFill/>
          <a:ln/>
        </p:spPr>
        <p:txBody>
          <a:bodyPr wrap="square" lIns="0" tIns="0" rIns="0" bIns="0" rtlCol="0" anchor="t"/>
          <a:lstStyle/>
          <a:p>
            <a:pPr algn="ctr" indent="0" marL="0">
              <a:buNone/>
            </a:pPr>
            <a:r>
              <a:rPr lang="en-US" sz="3400" dirty="0">
                <a:solidFill>
                  <a:schemeClr val="tx1"/>
                </a:solidFill>
              </a:rPr>
              <a:t>Time</a:t>
            </a:r>
            <a:endParaRPr lang="en-US" sz="3400" dirty="0"/>
          </a:p>
        </p:txBody>
      </p:sp>
      <p:sp>
        <p:nvSpPr>
          <p:cNvPr id="6" name="Circle 412"/>
          <p:cNvSpPr/>
          <p:nvPr/>
        </p:nvSpPr>
        <p:spPr>
          <a:xfrm>
            <a:off x="5638648" y="2240280"/>
            <a:ext cx="914400" cy="914400"/>
          </a:xfrm>
          <a:prstGeom prst="ellipse">
            <a:avLst/>
          </a:prstGeom>
          <a:solidFill>
            <a:schemeClr val="bg2"/>
          </a:solidFill>
          <a:ln/>
        </p:spPr>
      </p:sp>
      <p:pic>
        <p:nvPicPr>
          <p:cNvPr id="7" name="Icon 413" descr="preencoded.png">    </p:cNvPr>
          <p:cNvPicPr>
            <a:picLocks noChangeAspect="1"/>
          </p:cNvPicPr>
          <p:nvPr/>
        </p:nvPicPr>
        <p:blipFill>
          <a:blip r:embed="rId3"/>
          <a:stretch>
            <a:fillRect/>
          </a:stretch>
        </p:blipFill>
        <p:spPr>
          <a:xfrm>
            <a:off x="5867248" y="2468880"/>
            <a:ext cx="457200" cy="457200"/>
          </a:xfrm>
          <a:prstGeom prst="rect">
            <a:avLst/>
          </a:prstGeom>
        </p:spPr>
      </p:pic>
      <p:sp>
        <p:nvSpPr>
          <p:cNvPr id="8" name="Text 414"/>
          <p:cNvSpPr txBox="1"/>
          <p:nvPr/>
        </p:nvSpPr>
        <p:spPr>
          <a:xfrm>
            <a:off x="4541368" y="3337560"/>
            <a:ext cx="3108960" cy="548640"/>
          </a:xfrm>
          <a:prstGeom prst="rect">
            <a:avLst/>
          </a:prstGeom>
          <a:noFill/>
          <a:ln/>
        </p:spPr>
        <p:txBody>
          <a:bodyPr wrap="square" lIns="0" tIns="0" rIns="0" bIns="0" rtlCol="0" anchor="t"/>
          <a:lstStyle/>
          <a:p>
            <a:pPr algn="ctr" indent="0" marL="0">
              <a:buNone/>
            </a:pPr>
            <a:r>
              <a:rPr lang="en-US" sz="3400" dirty="0">
                <a:solidFill>
                  <a:schemeClr val="tx1"/>
                </a:solidFill>
              </a:rPr>
              <a:t>Design</a:t>
            </a:r>
            <a:endParaRPr lang="en-US" sz="3400" dirty="0"/>
          </a:p>
        </p:txBody>
      </p:sp>
      <p:sp>
        <p:nvSpPr>
          <p:cNvPr id="9" name="Circle 415"/>
          <p:cNvSpPr/>
          <p:nvPr/>
        </p:nvSpPr>
        <p:spPr>
          <a:xfrm>
            <a:off x="9204808" y="2240280"/>
            <a:ext cx="914400" cy="914400"/>
          </a:xfrm>
          <a:prstGeom prst="ellipse">
            <a:avLst/>
          </a:prstGeom>
          <a:solidFill>
            <a:schemeClr val="bg2"/>
          </a:solidFill>
          <a:ln/>
        </p:spPr>
      </p:sp>
      <p:pic>
        <p:nvPicPr>
          <p:cNvPr id="10" name="Icon 416" descr="preencoded.png">    </p:cNvPr>
          <p:cNvPicPr>
            <a:picLocks noChangeAspect="1"/>
          </p:cNvPicPr>
          <p:nvPr/>
        </p:nvPicPr>
        <p:blipFill>
          <a:blip r:embed="rId4"/>
          <a:stretch>
            <a:fillRect/>
          </a:stretch>
        </p:blipFill>
        <p:spPr>
          <a:xfrm>
            <a:off x="9433408" y="2468880"/>
            <a:ext cx="457200" cy="457200"/>
          </a:xfrm>
          <a:prstGeom prst="rect">
            <a:avLst/>
          </a:prstGeom>
        </p:spPr>
      </p:pic>
      <p:sp>
        <p:nvSpPr>
          <p:cNvPr id="11" name="Text 417"/>
          <p:cNvSpPr txBox="1"/>
          <p:nvPr/>
        </p:nvSpPr>
        <p:spPr>
          <a:xfrm>
            <a:off x="8107528" y="3337560"/>
            <a:ext cx="3108960" cy="548640"/>
          </a:xfrm>
          <a:prstGeom prst="rect">
            <a:avLst/>
          </a:prstGeom>
          <a:noFill/>
          <a:ln/>
        </p:spPr>
        <p:txBody>
          <a:bodyPr wrap="square" lIns="0" tIns="0" rIns="0" bIns="0" rtlCol="0" anchor="t"/>
          <a:lstStyle/>
          <a:p>
            <a:pPr algn="ctr" indent="0" marL="0">
              <a:buNone/>
            </a:pPr>
            <a:r>
              <a:rPr lang="en-US" sz="3400" dirty="0">
                <a:solidFill>
                  <a:schemeClr val="tx1"/>
                </a:solidFill>
              </a:rPr>
              <a:t>History</a:t>
            </a:r>
            <a:endParaRPr lang="en-US" sz="3400" dirty="0"/>
          </a:p>
        </p:txBody>
      </p:sp>
      <p:sp>
        <p:nvSpPr>
          <p:cNvPr id="12" name="Text 418"/>
          <p:cNvSpPr txBox="1"/>
          <p:nvPr/>
        </p:nvSpPr>
        <p:spPr>
          <a:xfrm>
            <a:off x="731520" y="4434840"/>
            <a:ext cx="10728655" cy="731520"/>
          </a:xfrm>
          <a:prstGeom prst="rect">
            <a:avLst/>
          </a:prstGeom>
          <a:noFill/>
          <a:ln/>
        </p:spPr>
        <p:txBody>
          <a:bodyPr wrap="square" lIns="0" tIns="0" rIns="0" bIns="0" rtlCol="0" anchor="ctr"/>
          <a:lstStyle/>
          <a:p>
            <a:pPr algn="ctr" indent="0" marL="0">
              <a:buNone/>
            </a:pPr>
            <a:r>
              <a:rPr lang="en-US" sz="4400" b="1" spc="-100" kern="0" dirty="0">
                <a:solidFill>
                  <a:schemeClr val="accent1"/>
                </a:solidFill>
              </a:rPr>
              <a:t>Imagine yourself boarding Connie</a:t>
            </a:r>
            <a:endParaRPr lang="en-US" sz="4400" dirty="0"/>
          </a:p>
        </p:txBody>
      </p:sp>
      <p:sp>
        <p:nvSpPr>
          <p:cNvPr id="13" name="Text 419"/>
          <p:cNvSpPr txBox="1"/>
          <p:nvPr/>
        </p:nvSpPr>
        <p:spPr>
          <a:xfrm>
            <a:off x="731520" y="5669280"/>
            <a:ext cx="10728655" cy="274320"/>
          </a:xfrm>
          <a:prstGeom prst="rect">
            <a:avLst/>
          </a:prstGeom>
          <a:noFill/>
          <a:ln/>
        </p:spPr>
        <p:txBody>
          <a:bodyPr wrap="square" lIns="0" tIns="0" rIns="0" bIns="0" rtlCol="0" anchor="ctr"/>
          <a:lstStyle/>
          <a:p>
            <a:pPr algn="ctr" indent="0" marL="0">
              <a:buNone/>
            </a:pPr>
            <a:r>
              <a:rPr lang="en-US" sz="2000" b="1" spc="300" kern="0" dirty="0">
                <a:solidFill>
                  <a:schemeClr val="tx2"/>
                </a:solidFill>
              </a:rPr>
              <a:t>LOCKHEED CONSTELLATION</a:t>
            </a:r>
            <a:endParaRPr lang="en-US" sz="20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7295" cy="1234440"/>
          </a:xfrm>
          <a:prstGeom prst="rect">
            <a:avLst/>
          </a:prstGeom>
          <a:noFill/>
          <a:ln/>
        </p:spPr>
        <p:txBody>
          <a:bodyPr wrap="square" lIns="0" tIns="0" rIns="0" bIns="0" rtlCol="0" anchor="ctr"/>
          <a:lstStyle/>
          <a:p>
            <a:pPr algn="ctr" indent="0" marL="0">
              <a:buNone/>
            </a:pPr>
            <a:r>
              <a:rPr lang="en-US" sz="4000" b="1" spc="-100" kern="0" dirty="0">
                <a:solidFill>
                  <a:schemeClr val="tx1"/>
                </a:solidFill>
              </a:rPr>
              <a:t>References · checked 2026-10-05</a:t>
            </a:r>
            <a:endParaRPr lang="en-US" sz="4000" dirty="0"/>
          </a:p>
        </p:txBody>
      </p:sp>
      <p:sp>
        <p:nvSpPr>
          <p:cNvPr id="3" name="Text 420"/>
          <p:cNvSpPr txBox="1"/>
          <p:nvPr/>
        </p:nvSpPr>
        <p:spPr>
          <a:xfrm>
            <a:off x="548640" y="1645920"/>
            <a:ext cx="914400" cy="365760"/>
          </a:xfrm>
          <a:prstGeom prst="rect">
            <a:avLst/>
          </a:prstGeom>
          <a:noFill/>
          <a:ln/>
        </p:spPr>
        <p:txBody>
          <a:bodyPr wrap="square" lIns="0" tIns="0" rIns="0" bIns="0" rtlCol="0" anchor="ctr"/>
          <a:lstStyle/>
          <a:p>
            <a:pPr indent="0" marL="0">
              <a:buNone/>
            </a:pPr>
            <a:r>
              <a:rPr lang="en-US" sz="1400" b="1" dirty="0">
                <a:solidFill>
                  <a:schemeClr val="accent1"/>
                </a:solidFill>
              </a:rPr>
              <a:t>lh:</a:t>
            </a:r>
            <a:endParaRPr lang="en-US" sz="1400" dirty="0"/>
          </a:p>
        </p:txBody>
      </p:sp>
      <p:sp>
        <p:nvSpPr>
          <p:cNvPr id="4" name="Text 421"/>
          <p:cNvSpPr txBox="1"/>
          <p:nvPr/>
        </p:nvSpPr>
        <p:spPr>
          <a:xfrm>
            <a:off x="1463040" y="1645920"/>
            <a:ext cx="10789920" cy="365760"/>
          </a:xfrm>
          <a:prstGeom prst="rect">
            <a:avLst/>
          </a:prstGeom>
          <a:noFill/>
          <a:ln/>
        </p:spPr>
        <p:txBody>
          <a:bodyPr wrap="square" lIns="0" tIns="0" rIns="0" bIns="0" rtlCol="0" anchor="ctr"/>
          <a:lstStyle/>
          <a:p>
            <a:pPr indent="0" marL="0">
              <a:buNone/>
            </a:pPr>
            <a:r>
              <a:rPr lang="en-US" sz="1400" dirty="0">
                <a:solidFill>
                  <a:schemeClr val="tx2"/>
                </a:solidFill>
              </a:rPr>
              <a:t>https://www.lufthansa.com/ba/en/100-years/fleet</a:t>
            </a:r>
            <a:endParaRPr lang="en-US" sz="1400" dirty="0"/>
          </a:p>
        </p:txBody>
      </p:sp>
      <p:sp>
        <p:nvSpPr>
          <p:cNvPr id="5" name="Text 422"/>
          <p:cNvSpPr txBox="1"/>
          <p:nvPr/>
        </p:nvSpPr>
        <p:spPr>
          <a:xfrm>
            <a:off x="548640" y="2011680"/>
            <a:ext cx="914400" cy="365760"/>
          </a:xfrm>
          <a:prstGeom prst="rect">
            <a:avLst/>
          </a:prstGeom>
          <a:noFill/>
          <a:ln/>
        </p:spPr>
        <p:txBody>
          <a:bodyPr wrap="square" lIns="0" tIns="0" rIns="0" bIns="0" rtlCol="0" anchor="ctr"/>
          <a:lstStyle/>
          <a:p>
            <a:pPr indent="0" marL="0">
              <a:buNone/>
            </a:pPr>
            <a:r>
              <a:rPr lang="en-US" sz="1400" b="1" dirty="0">
                <a:solidFill>
                  <a:schemeClr val="accent1"/>
                </a:solidFill>
              </a:rPr>
              <a:t>lm:</a:t>
            </a:r>
            <a:endParaRPr lang="en-US" sz="1400" dirty="0"/>
          </a:p>
        </p:txBody>
      </p:sp>
      <p:sp>
        <p:nvSpPr>
          <p:cNvPr id="6" name="Text 423"/>
          <p:cNvSpPr txBox="1"/>
          <p:nvPr/>
        </p:nvSpPr>
        <p:spPr>
          <a:xfrm>
            <a:off x="1463040" y="2011680"/>
            <a:ext cx="10789920" cy="365760"/>
          </a:xfrm>
          <a:prstGeom prst="rect">
            <a:avLst/>
          </a:prstGeom>
          <a:noFill/>
          <a:ln/>
        </p:spPr>
        <p:txBody>
          <a:bodyPr wrap="square" lIns="0" tIns="0" rIns="0" bIns="0" rtlCol="0" anchor="ctr"/>
          <a:lstStyle/>
          <a:p>
            <a:pPr indent="0" marL="0">
              <a:buNone/>
            </a:pPr>
            <a:r>
              <a:rPr lang="en-US" sz="1400" dirty="0">
                <a:solidFill>
                  <a:schemeClr val="tx2"/>
                </a:solidFill>
              </a:rPr>
              <a:t>https://www.f35.com/en-us/news/features/history/constellation.html</a:t>
            </a:r>
            <a:endParaRPr lang="en-US" sz="1400" dirty="0"/>
          </a:p>
        </p:txBody>
      </p:sp>
      <p:sp>
        <p:nvSpPr>
          <p:cNvPr id="7" name="Text 424"/>
          <p:cNvSpPr txBox="1"/>
          <p:nvPr/>
        </p:nvSpPr>
        <p:spPr>
          <a:xfrm>
            <a:off x="548640" y="2377440"/>
            <a:ext cx="914400" cy="365760"/>
          </a:xfrm>
          <a:prstGeom prst="rect">
            <a:avLst/>
          </a:prstGeom>
          <a:noFill/>
          <a:ln/>
        </p:spPr>
        <p:txBody>
          <a:bodyPr wrap="square" lIns="0" tIns="0" rIns="0" bIns="0" rtlCol="0" anchor="ctr"/>
          <a:lstStyle/>
          <a:p>
            <a:pPr indent="0" marL="0">
              <a:buNone/>
            </a:pPr>
            <a:r>
              <a:rPr lang="en-US" sz="1400" b="1" dirty="0">
                <a:solidFill>
                  <a:schemeClr val="accent1"/>
                </a:solidFill>
              </a:rPr>
              <a:t>twa:</a:t>
            </a:r>
            <a:endParaRPr lang="en-US" sz="1400" dirty="0"/>
          </a:p>
        </p:txBody>
      </p:sp>
      <p:sp>
        <p:nvSpPr>
          <p:cNvPr id="8" name="Text 425"/>
          <p:cNvSpPr txBox="1"/>
          <p:nvPr/>
        </p:nvSpPr>
        <p:spPr>
          <a:xfrm>
            <a:off x="1463040" y="2377440"/>
            <a:ext cx="10789920" cy="365760"/>
          </a:xfrm>
          <a:prstGeom prst="rect">
            <a:avLst/>
          </a:prstGeom>
          <a:noFill/>
          <a:ln/>
        </p:spPr>
        <p:txBody>
          <a:bodyPr wrap="square" lIns="0" tIns="0" rIns="0" bIns="0" rtlCol="0" anchor="ctr"/>
          <a:lstStyle/>
          <a:p>
            <a:pPr indent="0" marL="0">
              <a:buNone/>
            </a:pPr>
            <a:r>
              <a:rPr lang="en-US" sz="1400" dirty="0">
                <a:solidFill>
                  <a:schemeClr val="tx2"/>
                </a:solidFill>
              </a:rPr>
              <a:t>https://twamuseum.org/history</a:t>
            </a:r>
            <a:endParaRPr lang="en-US" sz="1400" dirty="0"/>
          </a:p>
        </p:txBody>
      </p:sp>
      <p:sp>
        <p:nvSpPr>
          <p:cNvPr id="9" name="Text 426"/>
          <p:cNvSpPr txBox="1"/>
          <p:nvPr/>
        </p:nvSpPr>
        <p:spPr>
          <a:xfrm>
            <a:off x="548640" y="2743200"/>
            <a:ext cx="914400" cy="365760"/>
          </a:xfrm>
          <a:prstGeom prst="rect">
            <a:avLst/>
          </a:prstGeom>
          <a:noFill/>
          <a:ln/>
        </p:spPr>
        <p:txBody>
          <a:bodyPr wrap="square" lIns="0" tIns="0" rIns="0" bIns="0" rtlCol="0" anchor="ctr"/>
          <a:lstStyle/>
          <a:p>
            <a:pPr indent="0" marL="0">
              <a:buNone/>
            </a:pPr>
            <a:r>
              <a:rPr lang="en-US" sz="1400" b="1" dirty="0">
                <a:solidFill>
                  <a:schemeClr val="accent1"/>
                </a:solidFill>
              </a:rPr>
              <a:t>scfa:</a:t>
            </a:r>
            <a:endParaRPr lang="en-US" sz="1400" dirty="0"/>
          </a:p>
        </p:txBody>
      </p:sp>
      <p:sp>
        <p:nvSpPr>
          <p:cNvPr id="10" name="Text 427"/>
          <p:cNvSpPr txBox="1"/>
          <p:nvPr/>
        </p:nvSpPr>
        <p:spPr>
          <a:xfrm>
            <a:off x="1463040" y="2743200"/>
            <a:ext cx="10789920" cy="365760"/>
          </a:xfrm>
          <a:prstGeom prst="rect">
            <a:avLst/>
          </a:prstGeom>
          <a:noFill/>
          <a:ln/>
        </p:spPr>
        <p:txBody>
          <a:bodyPr wrap="square" lIns="0" tIns="0" rIns="0" bIns="0" rtlCol="0" anchor="ctr"/>
          <a:lstStyle/>
          <a:p>
            <a:pPr indent="0" marL="0">
              <a:buNone/>
            </a:pPr>
            <a:r>
              <a:rPr lang="en-US" sz="1400" dirty="0">
                <a:solidFill>
                  <a:schemeClr val="tx2"/>
                </a:solidFill>
              </a:rPr>
              <a:t>https://www.superconstellation.ch/index.php/en/flugzeuge-en/l-1049-hb-rsc-en/technische-daten-en</a:t>
            </a:r>
            <a:endParaRPr lang="en-US" sz="1400" dirty="0"/>
          </a:p>
        </p:txBody>
      </p:sp>
      <p:sp>
        <p:nvSpPr>
          <p:cNvPr id="11" name="Text 428"/>
          <p:cNvSpPr txBox="1"/>
          <p:nvPr/>
        </p:nvSpPr>
        <p:spPr>
          <a:xfrm>
            <a:off x="548640" y="3108960"/>
            <a:ext cx="914400" cy="365760"/>
          </a:xfrm>
          <a:prstGeom prst="rect">
            <a:avLst/>
          </a:prstGeom>
          <a:noFill/>
          <a:ln/>
        </p:spPr>
        <p:txBody>
          <a:bodyPr wrap="square" lIns="0" tIns="0" rIns="0" bIns="0" rtlCol="0" anchor="ctr"/>
          <a:lstStyle/>
          <a:p>
            <a:pPr indent="0" marL="0">
              <a:buNone/>
            </a:pPr>
            <a:r>
              <a:rPr lang="en-US" sz="1400" b="1" dirty="0">
                <a:solidFill>
                  <a:schemeClr val="accent1"/>
                </a:solidFill>
              </a:rPr>
              <a:t>hist:</a:t>
            </a:r>
            <a:endParaRPr lang="en-US" sz="1400" dirty="0"/>
          </a:p>
        </p:txBody>
      </p:sp>
      <p:sp>
        <p:nvSpPr>
          <p:cNvPr id="12" name="Text 429"/>
          <p:cNvSpPr txBox="1"/>
          <p:nvPr/>
        </p:nvSpPr>
        <p:spPr>
          <a:xfrm>
            <a:off x="1463040" y="3108960"/>
            <a:ext cx="10789920" cy="365760"/>
          </a:xfrm>
          <a:prstGeom prst="rect">
            <a:avLst/>
          </a:prstGeom>
          <a:noFill/>
          <a:ln/>
        </p:spPr>
        <p:txBody>
          <a:bodyPr wrap="square" lIns="0" tIns="0" rIns="0" bIns="0" rtlCol="0" anchor="ctr"/>
          <a:lstStyle/>
          <a:p>
            <a:pPr indent="0" marL="0">
              <a:buNone/>
            </a:pPr>
            <a:r>
              <a:rPr lang="en-US" sz="1400" dirty="0">
                <a:solidFill>
                  <a:schemeClr val="tx2"/>
                </a:solidFill>
              </a:rPr>
              <a:t>https://www.superconstellation.ch/index.php/en/flugzeuge-en/l-1049-hb-rsc-en/171-geschichte-l-1049-en</a:t>
            </a:r>
            <a:endParaRPr lang="en-US" sz="1400" dirty="0"/>
          </a:p>
        </p:txBody>
      </p:sp>
      <p:sp>
        <p:nvSpPr>
          <p:cNvPr id="13" name="Text 430"/>
          <p:cNvSpPr txBox="1"/>
          <p:nvPr/>
        </p:nvSpPr>
        <p:spPr>
          <a:xfrm>
            <a:off x="548640" y="3474720"/>
            <a:ext cx="914400" cy="365760"/>
          </a:xfrm>
          <a:prstGeom prst="rect">
            <a:avLst/>
          </a:prstGeom>
          <a:noFill/>
          <a:ln/>
        </p:spPr>
        <p:txBody>
          <a:bodyPr wrap="square" lIns="0" tIns="0" rIns="0" bIns="0" rtlCol="0" anchor="ctr"/>
          <a:lstStyle/>
          <a:p>
            <a:pPr indent="0" marL="0">
              <a:buNone/>
            </a:pPr>
            <a:r>
              <a:rPr lang="en-US" sz="1400" b="1" dirty="0">
                <a:solidFill>
                  <a:schemeClr val="accent1"/>
                </a:solidFill>
              </a:rPr>
              <a:t>sfo:</a:t>
            </a:r>
            <a:endParaRPr lang="en-US" sz="1400" dirty="0"/>
          </a:p>
        </p:txBody>
      </p:sp>
      <p:sp>
        <p:nvSpPr>
          <p:cNvPr id="14" name="Text 431"/>
          <p:cNvSpPr txBox="1"/>
          <p:nvPr/>
        </p:nvSpPr>
        <p:spPr>
          <a:xfrm>
            <a:off x="1463040" y="3474720"/>
            <a:ext cx="10789920" cy="365760"/>
          </a:xfrm>
          <a:prstGeom prst="rect">
            <a:avLst/>
          </a:prstGeom>
          <a:noFill/>
          <a:ln/>
        </p:spPr>
        <p:txBody>
          <a:bodyPr wrap="square" lIns="0" tIns="0" rIns="0" bIns="0" rtlCol="0" anchor="ctr"/>
          <a:lstStyle/>
          <a:p>
            <a:pPr indent="0" marL="0">
              <a:buNone/>
            </a:pPr>
            <a:r>
              <a:rPr lang="en-US" sz="1400" dirty="0">
                <a:solidFill>
                  <a:schemeClr val="tx2"/>
                </a:solidFill>
              </a:rPr>
              <a:t>https://www.sfomuseum.org/exhibitions/queen-skies-legacy-lockheed-constellation</a:t>
            </a:r>
            <a:endParaRPr lang="en-US" sz="1400" dirty="0"/>
          </a:p>
        </p:txBody>
      </p:sp>
      <p:sp>
        <p:nvSpPr>
          <p:cNvPr id="15" name="Text 432"/>
          <p:cNvSpPr txBox="1"/>
          <p:nvPr/>
        </p:nvSpPr>
        <p:spPr>
          <a:xfrm>
            <a:off x="548640" y="3840480"/>
            <a:ext cx="914400" cy="365760"/>
          </a:xfrm>
          <a:prstGeom prst="rect">
            <a:avLst/>
          </a:prstGeom>
          <a:noFill/>
          <a:ln/>
        </p:spPr>
        <p:txBody>
          <a:bodyPr wrap="square" lIns="0" tIns="0" rIns="0" bIns="0" rtlCol="0" anchor="ctr"/>
          <a:lstStyle/>
          <a:p>
            <a:pPr indent="0" marL="0">
              <a:buNone/>
            </a:pPr>
            <a:r>
              <a:rPr lang="en-US" sz="1400" b="1" dirty="0">
                <a:solidFill>
                  <a:schemeClr val="accent1"/>
                </a:solidFill>
              </a:rPr>
              <a:t>nps:</a:t>
            </a:r>
            <a:endParaRPr lang="en-US" sz="1400" dirty="0"/>
          </a:p>
        </p:txBody>
      </p:sp>
      <p:sp>
        <p:nvSpPr>
          <p:cNvPr id="16" name="Text 433"/>
          <p:cNvSpPr txBox="1"/>
          <p:nvPr/>
        </p:nvSpPr>
        <p:spPr>
          <a:xfrm>
            <a:off x="1463040" y="3840480"/>
            <a:ext cx="10789920" cy="365760"/>
          </a:xfrm>
          <a:prstGeom prst="rect">
            <a:avLst/>
          </a:prstGeom>
          <a:noFill/>
          <a:ln/>
        </p:spPr>
        <p:txBody>
          <a:bodyPr wrap="square" lIns="0" tIns="0" rIns="0" bIns="0" rtlCol="0" anchor="ctr"/>
          <a:lstStyle/>
          <a:p>
            <a:pPr indent="0" marL="0">
              <a:buNone/>
            </a:pPr>
            <a:r>
              <a:rPr lang="en-US" sz="1400" dirty="0">
                <a:solidFill>
                  <a:schemeClr val="tx2"/>
                </a:solidFill>
              </a:rPr>
              <a:t>https://www.nps.gov/places/000/first-flight-landing.htm</a:t>
            </a:r>
            <a:endParaRPr lang="en-US" sz="1400" dirty="0"/>
          </a:p>
        </p:txBody>
      </p:sp>
      <p:sp>
        <p:nvSpPr>
          <p:cNvPr id="17" name="Text 434"/>
          <p:cNvSpPr txBox="1"/>
          <p:nvPr/>
        </p:nvSpPr>
        <p:spPr>
          <a:xfrm>
            <a:off x="548640" y="4206240"/>
            <a:ext cx="914400" cy="365760"/>
          </a:xfrm>
          <a:prstGeom prst="rect">
            <a:avLst/>
          </a:prstGeom>
          <a:noFill/>
          <a:ln/>
        </p:spPr>
        <p:txBody>
          <a:bodyPr wrap="square" lIns="0" tIns="0" rIns="0" bIns="0" rtlCol="0" anchor="ctr"/>
          <a:lstStyle/>
          <a:p>
            <a:pPr indent="0" marL="0">
              <a:buNone/>
            </a:pPr>
            <a:r>
              <a:rPr lang="en-US" sz="1400" b="1" dirty="0">
                <a:solidFill>
                  <a:schemeClr val="accent1"/>
                </a:solidFill>
              </a:rPr>
              <a:t>nas:</a:t>
            </a:r>
            <a:endParaRPr lang="en-US" sz="1400" dirty="0"/>
          </a:p>
        </p:txBody>
      </p:sp>
      <p:sp>
        <p:nvSpPr>
          <p:cNvPr id="18" name="Text 435"/>
          <p:cNvSpPr txBox="1"/>
          <p:nvPr/>
        </p:nvSpPr>
        <p:spPr>
          <a:xfrm>
            <a:off x="1463040" y="4206240"/>
            <a:ext cx="10789920" cy="365760"/>
          </a:xfrm>
          <a:prstGeom prst="rect">
            <a:avLst/>
          </a:prstGeom>
          <a:noFill/>
          <a:ln/>
        </p:spPr>
        <p:txBody>
          <a:bodyPr wrap="square" lIns="0" tIns="0" rIns="0" bIns="0" rtlCol="0" anchor="ctr"/>
          <a:lstStyle/>
          <a:p>
            <a:pPr indent="0" marL="0">
              <a:buNone/>
            </a:pPr>
            <a:r>
              <a:rPr lang="en-US" sz="1400" dirty="0">
                <a:solidFill>
                  <a:schemeClr val="tx2"/>
                </a:solidFill>
              </a:rPr>
              <a:t>https://www.si.edu/object/lockheed-1049f-55-96-constellation%3Anasm_A19880371000</a:t>
            </a:r>
            <a:endParaRPr lang="en-US" sz="1400" dirty="0"/>
          </a:p>
        </p:txBody>
      </p:sp>
      <p:sp>
        <p:nvSpPr>
          <p:cNvPr id="19" name="Text 436"/>
          <p:cNvSpPr txBox="1"/>
          <p:nvPr/>
        </p:nvSpPr>
        <p:spPr>
          <a:xfrm>
            <a:off x="548640" y="4572000"/>
            <a:ext cx="914400" cy="365760"/>
          </a:xfrm>
          <a:prstGeom prst="rect">
            <a:avLst/>
          </a:prstGeom>
          <a:noFill/>
          <a:ln/>
        </p:spPr>
        <p:txBody>
          <a:bodyPr wrap="square" lIns="0" tIns="0" rIns="0" bIns="0" rtlCol="0" anchor="ctr"/>
          <a:lstStyle/>
          <a:p>
            <a:pPr indent="0" marL="0">
              <a:buNone/>
            </a:pPr>
            <a:r>
              <a:rPr lang="en-US" sz="1400" b="1" dirty="0">
                <a:solidFill>
                  <a:schemeClr val="accent1"/>
                </a:solidFill>
              </a:rPr>
              <a:t>af:</a:t>
            </a:r>
            <a:endParaRPr lang="en-US" sz="1400" dirty="0"/>
          </a:p>
        </p:txBody>
      </p:sp>
      <p:sp>
        <p:nvSpPr>
          <p:cNvPr id="20" name="Text 437"/>
          <p:cNvSpPr txBox="1"/>
          <p:nvPr/>
        </p:nvSpPr>
        <p:spPr>
          <a:xfrm>
            <a:off x="1463040" y="4572000"/>
            <a:ext cx="10789920" cy="365760"/>
          </a:xfrm>
          <a:prstGeom prst="rect">
            <a:avLst/>
          </a:prstGeom>
          <a:noFill/>
          <a:ln/>
        </p:spPr>
        <p:txBody>
          <a:bodyPr wrap="square" lIns="0" tIns="0" rIns="0" bIns="0" rtlCol="0" anchor="ctr"/>
          <a:lstStyle/>
          <a:p>
            <a:pPr indent="0" marL="0">
              <a:buNone/>
            </a:pPr>
            <a:r>
              <a:rPr lang="en-US" sz="1400" dirty="0">
                <a:solidFill>
                  <a:schemeClr val="tx2"/>
                </a:solidFill>
              </a:rPr>
              <a:t>https://www.airmanmagazine.af.mil/Features/Display/Article/2592502/original-air-force-one/</a:t>
            </a:r>
            <a:endParaRPr lang="en-US" sz="1400" dirty="0"/>
          </a:p>
        </p:txBody>
      </p:sp>
      <p:sp>
        <p:nvSpPr>
          <p:cNvPr id="21" name="Text 438"/>
          <p:cNvSpPr txBox="1"/>
          <p:nvPr/>
        </p:nvSpPr>
        <p:spPr>
          <a:xfrm>
            <a:off x="548640" y="4937760"/>
            <a:ext cx="914400" cy="365760"/>
          </a:xfrm>
          <a:prstGeom prst="rect">
            <a:avLst/>
          </a:prstGeom>
          <a:noFill/>
          <a:ln/>
        </p:spPr>
        <p:txBody>
          <a:bodyPr wrap="square" lIns="0" tIns="0" rIns="0" bIns="0" rtlCol="0" anchor="ctr"/>
          <a:lstStyle/>
          <a:p>
            <a:pPr indent="0" marL="0">
              <a:buNone/>
            </a:pPr>
            <a:r>
              <a:rPr lang="en-US" sz="1400" b="1" dirty="0">
                <a:solidFill>
                  <a:schemeClr val="accent1"/>
                </a:solidFill>
              </a:rPr>
              <a:t>ec:</a:t>
            </a:r>
            <a:endParaRPr lang="en-US" sz="1400" dirty="0"/>
          </a:p>
        </p:txBody>
      </p:sp>
      <p:sp>
        <p:nvSpPr>
          <p:cNvPr id="22" name="Text 439"/>
          <p:cNvSpPr txBox="1"/>
          <p:nvPr/>
        </p:nvSpPr>
        <p:spPr>
          <a:xfrm>
            <a:off x="1463040" y="4937760"/>
            <a:ext cx="10789920" cy="365760"/>
          </a:xfrm>
          <a:prstGeom prst="rect">
            <a:avLst/>
          </a:prstGeom>
          <a:noFill/>
          <a:ln/>
        </p:spPr>
        <p:txBody>
          <a:bodyPr wrap="square" lIns="0" tIns="0" rIns="0" bIns="0" rtlCol="0" anchor="ctr"/>
          <a:lstStyle/>
          <a:p>
            <a:pPr indent="0" marL="0">
              <a:buNone/>
            </a:pPr>
            <a:r>
              <a:rPr lang="en-US" sz="1400" dirty="0">
                <a:solidFill>
                  <a:schemeClr val="tx2"/>
                </a:solidFill>
              </a:rPr>
              <a:t>https://www.nationalmuseum.af.mil/Visit/Museum-Exhibits/Fact-Sheets/Display/Article/196058/lockheed-ec-121d-constellation/</a:t>
            </a:r>
            <a:endParaRPr lang="en-US" sz="1400" dirty="0"/>
          </a:p>
        </p:txBody>
      </p:sp>
      <p:sp>
        <p:nvSpPr>
          <p:cNvPr id="23" name="Text 440"/>
          <p:cNvSpPr txBox="1"/>
          <p:nvPr/>
        </p:nvSpPr>
        <p:spPr>
          <a:xfrm>
            <a:off x="548640" y="5303520"/>
            <a:ext cx="914400" cy="365760"/>
          </a:xfrm>
          <a:prstGeom prst="rect">
            <a:avLst/>
          </a:prstGeom>
          <a:noFill/>
          <a:ln/>
        </p:spPr>
        <p:txBody>
          <a:bodyPr wrap="square" lIns="0" tIns="0" rIns="0" bIns="0" rtlCol="0" anchor="ctr"/>
          <a:lstStyle/>
          <a:p>
            <a:pPr indent="0" marL="0">
              <a:buNone/>
            </a:pPr>
            <a:r>
              <a:rPr lang="en-US" sz="1400" b="1" dirty="0">
                <a:solidFill>
                  <a:schemeClr val="accent1"/>
                </a:solidFill>
              </a:rPr>
              <a:t>restore:</a:t>
            </a:r>
            <a:endParaRPr lang="en-US" sz="1400" dirty="0"/>
          </a:p>
        </p:txBody>
      </p:sp>
      <p:sp>
        <p:nvSpPr>
          <p:cNvPr id="24" name="Text 441"/>
          <p:cNvSpPr txBox="1"/>
          <p:nvPr/>
        </p:nvSpPr>
        <p:spPr>
          <a:xfrm>
            <a:off x="1463040" y="5303520"/>
            <a:ext cx="10789920" cy="365760"/>
          </a:xfrm>
          <a:prstGeom prst="rect">
            <a:avLst/>
          </a:prstGeom>
          <a:noFill/>
          <a:ln/>
        </p:spPr>
        <p:txBody>
          <a:bodyPr wrap="square" lIns="0" tIns="0" rIns="0" bIns="0" rtlCol="0" anchor="ctr"/>
          <a:lstStyle/>
          <a:p>
            <a:pPr indent="0" marL="0">
              <a:buNone/>
            </a:pPr>
            <a:r>
              <a:rPr lang="en-US" sz="1400" dirty="0">
                <a:solidFill>
                  <a:schemeClr val="tx2"/>
                </a:solidFill>
              </a:rPr>
              <a:t>https://newsroom.lufthansagroup.com/en/lufthansa-celebrates-roll-out-of-the-legendary-lockheed-super-star/</a:t>
            </a:r>
            <a:endParaRPr lang="en-US" sz="1400" dirty="0"/>
          </a:p>
        </p:txBody>
      </p:sp>
      <p:sp>
        <p:nvSpPr>
          <p:cNvPr id="25" name="Text 442"/>
          <p:cNvSpPr txBox="1"/>
          <p:nvPr/>
        </p:nvSpPr>
        <p:spPr>
          <a:xfrm>
            <a:off x="548640" y="5669280"/>
            <a:ext cx="914400" cy="365760"/>
          </a:xfrm>
          <a:prstGeom prst="rect">
            <a:avLst/>
          </a:prstGeom>
          <a:noFill/>
          <a:ln/>
        </p:spPr>
        <p:txBody>
          <a:bodyPr wrap="square" lIns="0" tIns="0" rIns="0" bIns="0" rtlCol="0" anchor="ctr"/>
          <a:lstStyle/>
          <a:p>
            <a:pPr indent="0" marL="0">
              <a:buNone/>
            </a:pPr>
            <a:r>
              <a:rPr lang="en-US" sz="1400" b="1" dirty="0">
                <a:solidFill>
                  <a:schemeClr val="accent1"/>
                </a:solidFill>
              </a:rPr>
              <a:t>cost:</a:t>
            </a:r>
            <a:endParaRPr lang="en-US" sz="1400" dirty="0"/>
          </a:p>
        </p:txBody>
      </p:sp>
      <p:sp>
        <p:nvSpPr>
          <p:cNvPr id="26" name="Text 443"/>
          <p:cNvSpPr txBox="1"/>
          <p:nvPr/>
        </p:nvSpPr>
        <p:spPr>
          <a:xfrm>
            <a:off x="1463040" y="5669280"/>
            <a:ext cx="10789920" cy="365760"/>
          </a:xfrm>
          <a:prstGeom prst="rect">
            <a:avLst/>
          </a:prstGeom>
          <a:noFill/>
          <a:ln/>
        </p:spPr>
        <p:txBody>
          <a:bodyPr wrap="square" lIns="0" tIns="0" rIns="0" bIns="0" rtlCol="0" anchor="ctr"/>
          <a:lstStyle/>
          <a:p>
            <a:pPr indent="0" marL="0">
              <a:buNone/>
            </a:pPr>
            <a:r>
              <a:rPr lang="en-US" sz="1400" dirty="0">
                <a:solidFill>
                  <a:schemeClr val="tx2"/>
                </a:solidFill>
              </a:rPr>
              <a:t>https://www.aerotelegraph.com/galerie/gescheiterte-restaurierung-kostete-150-millionen/5c3fy6k</a:t>
            </a:r>
            <a:endParaRPr lang="en-US" sz="1400" dirty="0"/>
          </a:p>
        </p:txBody>
      </p:sp>
      <p:sp>
        <p:nvSpPr>
          <p:cNvPr id="27" name="Text 444"/>
          <p:cNvSpPr txBox="1"/>
          <p:nvPr/>
        </p:nvSpPr>
        <p:spPr>
          <a:xfrm>
            <a:off x="548640" y="6035040"/>
            <a:ext cx="914400" cy="365760"/>
          </a:xfrm>
          <a:prstGeom prst="rect">
            <a:avLst/>
          </a:prstGeom>
          <a:noFill/>
          <a:ln/>
        </p:spPr>
        <p:txBody>
          <a:bodyPr wrap="square" lIns="0" tIns="0" rIns="0" bIns="0" rtlCol="0" anchor="ctr"/>
          <a:lstStyle/>
          <a:p>
            <a:pPr indent="0" marL="0">
              <a:buNone/>
            </a:pPr>
            <a:r>
              <a:rPr lang="en-US" sz="1400" b="1" dirty="0">
                <a:solidFill>
                  <a:schemeClr val="accent1"/>
                </a:solidFill>
              </a:rPr>
              <a:t>cabin:</a:t>
            </a:r>
            <a:endParaRPr lang="en-US" sz="1400" dirty="0"/>
          </a:p>
        </p:txBody>
      </p:sp>
      <p:sp>
        <p:nvSpPr>
          <p:cNvPr id="28" name="Text 445"/>
          <p:cNvSpPr txBox="1"/>
          <p:nvPr/>
        </p:nvSpPr>
        <p:spPr>
          <a:xfrm>
            <a:off x="1463040" y="6035040"/>
            <a:ext cx="10789920" cy="365760"/>
          </a:xfrm>
          <a:prstGeom prst="rect">
            <a:avLst/>
          </a:prstGeom>
          <a:noFill/>
          <a:ln/>
        </p:spPr>
        <p:txBody>
          <a:bodyPr wrap="square" lIns="0" tIns="0" rIns="0" bIns="0" rtlCol="0" anchor="ctr"/>
          <a:lstStyle/>
          <a:p>
            <a:pPr indent="0" marL="0">
              <a:buNone/>
            </a:pPr>
            <a:r>
              <a:rPr lang="en-US" sz="1400" dirty="0">
                <a:solidFill>
                  <a:schemeClr val="tx2"/>
                </a:solidFill>
              </a:rPr>
              <a:t>https://cdn0.scrvt.com/fcc1c913dc63063c259fa05200249ccd/0b731d3206c7515e/bf1389bccf84/The-history-of-Lufthansa-Technik.pdf</a:t>
            </a:r>
            <a:endParaRPr lang="en-US" sz="1400" dirty="0"/>
          </a:p>
        </p:txBody>
      </p:sp>
      <p:sp>
        <p:nvSpPr>
          <p:cNvPr id="25" name="Slide Number Placeholder 0"/>
          <p:cNvSpPr>
            <a:spLocks noGrp="1"/>
          </p:cNvSpPr>
          <p:nvPr>
            <p:ph type="sldNum" sz="quarter" idx="4294967295"/>
          </p:nvPr>
        </p:nvSpPr>
        <p:spPr>
          <a:xfrm>
            <a:off x="11183112" y="6382512"/>
            <a:ext cx="64008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636366"/>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Constellation Keynote">
  <a:themeElements>
    <a:clrScheme name="Constellation Keynote">
      <a:dk1>
        <a:srgbClr val="F5F5F7"/>
      </a:dk1>
      <a:lt1>
        <a:srgbClr val="000000"/>
      </a:lt1>
      <a:dk2>
        <a:srgbClr val="B9B9BE"/>
      </a:dk2>
      <a:lt2>
        <a:srgbClr val="1C1C1E"/>
      </a:lt2>
      <a:accent1>
        <a:srgbClr val="FF9F0A"/>
      </a:accent1>
      <a:accent2>
        <a:srgbClr val="3A3A3C"/>
      </a:accent2>
      <a:accent3>
        <a:srgbClr val="636366"/>
      </a:accent3>
      <a:accent4>
        <a:srgbClr val="2C2C2E"/>
      </a:accent4>
      <a:accent5>
        <a:srgbClr val="FFFFFF"/>
      </a:accent5>
      <a:accent6>
        <a:srgbClr val="48484A"/>
      </a:accent6>
      <a:hlink>
        <a:srgbClr val="FF9F0A"/>
      </a:hlink>
      <a:folHlink>
        <a:srgbClr val="B9B9BE"/>
      </a:folHlink>
    </a:clrScheme>
    <a:fontScheme name="Constellation Keyno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Lockheed Constellation — Making the long journey something to look forward to</dc:title>
  <dc:subject>Engineering, business and aviation history</dc:subject>
  <dc:creator>Constellation Visual Pitch</dc:creator>
  <cp:lastModifiedBy>Constellation Visual Pitch</cp:lastModifiedBy>
  <cp:revision>1</cp:revision>
  <dcterms:created xsi:type="dcterms:W3CDTF">2026-10-05T17:39:55Z</dcterms:created>
  <dcterms:modified xsi:type="dcterms:W3CDTF">2026-10-05T17:39:55Z</dcterms:modified>
</cp:coreProperties>
</file>